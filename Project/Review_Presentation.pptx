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8" r:id="rId1"/>
  </p:sldMasterIdLst>
  <p:sldIdLst>
    <p:sldId id="256" r:id="rId2"/>
    <p:sldId id="258" r:id="rId3"/>
    <p:sldId id="263" r:id="rId4"/>
    <p:sldId id="266" r:id="rId5"/>
    <p:sldId id="264" r:id="rId6"/>
    <p:sldId id="265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1180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ECD79D8-CDD2-475B-8CD2-C5D9E8A40DB0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1F9026B6-6845-4681-81D1-9F3E942BA20F}">
      <dgm:prSet/>
      <dgm:spPr/>
      <dgm:t>
        <a:bodyPr/>
        <a:lstStyle/>
        <a:p>
          <a:r>
            <a:rPr lang="en-FI" b="0" i="0" baseline="0"/>
            <a:t>Faster candidate screening</a:t>
          </a:r>
          <a:endParaRPr lang="en-US"/>
        </a:p>
      </dgm:t>
    </dgm:pt>
    <dgm:pt modelId="{1C42C3F3-729D-4028-94D2-76807695EA28}" type="parTrans" cxnId="{3DDB2C53-F6E0-45EE-963B-D67C1AA23A0B}">
      <dgm:prSet/>
      <dgm:spPr/>
      <dgm:t>
        <a:bodyPr/>
        <a:lstStyle/>
        <a:p>
          <a:endParaRPr lang="en-US"/>
        </a:p>
      </dgm:t>
    </dgm:pt>
    <dgm:pt modelId="{E61EE82B-C651-4C4B-A68D-06D44F7F9037}" type="sibTrans" cxnId="{3DDB2C53-F6E0-45EE-963B-D67C1AA23A0B}">
      <dgm:prSet/>
      <dgm:spPr/>
      <dgm:t>
        <a:bodyPr/>
        <a:lstStyle/>
        <a:p>
          <a:endParaRPr lang="en-US"/>
        </a:p>
      </dgm:t>
    </dgm:pt>
    <dgm:pt modelId="{8E53BBBF-378C-4794-98BD-B582996D578A}">
      <dgm:prSet/>
      <dgm:spPr/>
      <dgm:t>
        <a:bodyPr/>
        <a:lstStyle/>
        <a:p>
          <a:r>
            <a:rPr lang="en-FI" b="0" i="0" baseline="0"/>
            <a:t>Smarter AI-based matching</a:t>
          </a:r>
          <a:endParaRPr lang="en-US"/>
        </a:p>
      </dgm:t>
    </dgm:pt>
    <dgm:pt modelId="{8CC32854-453D-4B1D-B3EC-39A5937B16D5}" type="parTrans" cxnId="{145009B3-C49E-4A56-9F89-1336FDF36344}">
      <dgm:prSet/>
      <dgm:spPr/>
      <dgm:t>
        <a:bodyPr/>
        <a:lstStyle/>
        <a:p>
          <a:endParaRPr lang="en-US"/>
        </a:p>
      </dgm:t>
    </dgm:pt>
    <dgm:pt modelId="{CEBF8697-9A3A-40AB-89BC-A38D9E9EEB2D}" type="sibTrans" cxnId="{145009B3-C49E-4A56-9F89-1336FDF36344}">
      <dgm:prSet/>
      <dgm:spPr/>
      <dgm:t>
        <a:bodyPr/>
        <a:lstStyle/>
        <a:p>
          <a:endParaRPr lang="en-US"/>
        </a:p>
      </dgm:t>
    </dgm:pt>
    <dgm:pt modelId="{E17CD133-641A-46E0-8775-8BE2D3BD2413}">
      <dgm:prSet/>
      <dgm:spPr/>
      <dgm:t>
        <a:bodyPr/>
        <a:lstStyle/>
        <a:p>
          <a:r>
            <a:rPr lang="en-FI" b="0" i="0" baseline="0"/>
            <a:t>Transparent, explainable results</a:t>
          </a:r>
          <a:endParaRPr lang="en-US"/>
        </a:p>
      </dgm:t>
    </dgm:pt>
    <dgm:pt modelId="{C31D41DA-09FC-4BB1-A610-B604246FD776}" type="parTrans" cxnId="{2F2D35E1-CDF4-48FF-A618-D50A50E8A9CA}">
      <dgm:prSet/>
      <dgm:spPr/>
      <dgm:t>
        <a:bodyPr/>
        <a:lstStyle/>
        <a:p>
          <a:endParaRPr lang="en-US"/>
        </a:p>
      </dgm:t>
    </dgm:pt>
    <dgm:pt modelId="{FC620537-87D9-4F84-807E-9A1B77F1206C}" type="sibTrans" cxnId="{2F2D35E1-CDF4-48FF-A618-D50A50E8A9CA}">
      <dgm:prSet/>
      <dgm:spPr/>
      <dgm:t>
        <a:bodyPr/>
        <a:lstStyle/>
        <a:p>
          <a:endParaRPr lang="en-US"/>
        </a:p>
      </dgm:t>
    </dgm:pt>
    <dgm:pt modelId="{464DB248-E0FF-407E-B31D-1BEAE6AB4FDE}">
      <dgm:prSet/>
      <dgm:spPr/>
      <dgm:t>
        <a:bodyPr/>
        <a:lstStyle/>
        <a:p>
          <a:r>
            <a:rPr lang="en-FI" b="0" i="0" baseline="0"/>
            <a:t>Simple and user-friendly experience</a:t>
          </a:r>
          <a:endParaRPr lang="en-US"/>
        </a:p>
      </dgm:t>
    </dgm:pt>
    <dgm:pt modelId="{F53FDC71-5694-4814-A838-E30562768249}" type="parTrans" cxnId="{7EF5F345-AB10-40B2-83CD-E173DF119475}">
      <dgm:prSet/>
      <dgm:spPr/>
      <dgm:t>
        <a:bodyPr/>
        <a:lstStyle/>
        <a:p>
          <a:endParaRPr lang="en-US"/>
        </a:p>
      </dgm:t>
    </dgm:pt>
    <dgm:pt modelId="{B4C2F788-0357-48C1-97DF-D5828CDDB835}" type="sibTrans" cxnId="{7EF5F345-AB10-40B2-83CD-E173DF119475}">
      <dgm:prSet/>
      <dgm:spPr/>
      <dgm:t>
        <a:bodyPr/>
        <a:lstStyle/>
        <a:p>
          <a:endParaRPr lang="en-US"/>
        </a:p>
      </dgm:t>
    </dgm:pt>
    <dgm:pt modelId="{80AEA391-B40A-4255-B78C-9F92691A7F55}" type="pres">
      <dgm:prSet presAssocID="{BECD79D8-CDD2-475B-8CD2-C5D9E8A40DB0}" presName="root" presStyleCnt="0">
        <dgm:presLayoutVars>
          <dgm:dir/>
          <dgm:resizeHandles val="exact"/>
        </dgm:presLayoutVars>
      </dgm:prSet>
      <dgm:spPr/>
    </dgm:pt>
    <dgm:pt modelId="{47485655-F6FF-4F2D-BDB1-58211C430541}" type="pres">
      <dgm:prSet presAssocID="{1F9026B6-6845-4681-81D1-9F3E942BA20F}" presName="compNode" presStyleCnt="0"/>
      <dgm:spPr/>
    </dgm:pt>
    <dgm:pt modelId="{3BA7421A-DB8F-4508-AA10-BB1283439047}" type="pres">
      <dgm:prSet presAssocID="{1F9026B6-6845-4681-81D1-9F3E942BA20F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A78DF91D-64E8-4D28-9B4F-84CCF4C8C6DF}" type="pres">
      <dgm:prSet presAssocID="{1F9026B6-6845-4681-81D1-9F3E942BA20F}" presName="spaceRect" presStyleCnt="0"/>
      <dgm:spPr/>
    </dgm:pt>
    <dgm:pt modelId="{10C48809-CC0B-4343-BACD-85295CDC793B}" type="pres">
      <dgm:prSet presAssocID="{1F9026B6-6845-4681-81D1-9F3E942BA20F}" presName="textRect" presStyleLbl="revTx" presStyleIdx="0" presStyleCnt="4">
        <dgm:presLayoutVars>
          <dgm:chMax val="1"/>
          <dgm:chPref val="1"/>
        </dgm:presLayoutVars>
      </dgm:prSet>
      <dgm:spPr/>
    </dgm:pt>
    <dgm:pt modelId="{188667A6-942F-4C5A-B511-3C8F7864D87B}" type="pres">
      <dgm:prSet presAssocID="{E61EE82B-C651-4C4B-A68D-06D44F7F9037}" presName="sibTrans" presStyleCnt="0"/>
      <dgm:spPr/>
    </dgm:pt>
    <dgm:pt modelId="{CDD6899A-BFE4-43BB-AE2D-2285B913470F}" type="pres">
      <dgm:prSet presAssocID="{8E53BBBF-378C-4794-98BD-B582996D578A}" presName="compNode" presStyleCnt="0"/>
      <dgm:spPr/>
    </dgm:pt>
    <dgm:pt modelId="{D9610CD8-02C5-4BD1-AC9E-6235315A4066}" type="pres">
      <dgm:prSet presAssocID="{8E53BBBF-378C-4794-98BD-B582996D578A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FBD42CB5-05AB-43B0-B609-E5CAA8829EC4}" type="pres">
      <dgm:prSet presAssocID="{8E53BBBF-378C-4794-98BD-B582996D578A}" presName="spaceRect" presStyleCnt="0"/>
      <dgm:spPr/>
    </dgm:pt>
    <dgm:pt modelId="{72790072-50CD-432E-A8EB-DC2350F51910}" type="pres">
      <dgm:prSet presAssocID="{8E53BBBF-378C-4794-98BD-B582996D578A}" presName="textRect" presStyleLbl="revTx" presStyleIdx="1" presStyleCnt="4">
        <dgm:presLayoutVars>
          <dgm:chMax val="1"/>
          <dgm:chPref val="1"/>
        </dgm:presLayoutVars>
      </dgm:prSet>
      <dgm:spPr/>
    </dgm:pt>
    <dgm:pt modelId="{64727F84-21B1-4B2C-9020-BF9C118B0005}" type="pres">
      <dgm:prSet presAssocID="{CEBF8697-9A3A-40AB-89BC-A38D9E9EEB2D}" presName="sibTrans" presStyleCnt="0"/>
      <dgm:spPr/>
    </dgm:pt>
    <dgm:pt modelId="{0A04266B-3D22-4B9F-BE8C-9400C4C54313}" type="pres">
      <dgm:prSet presAssocID="{E17CD133-641A-46E0-8775-8BE2D3BD2413}" presName="compNode" presStyleCnt="0"/>
      <dgm:spPr/>
    </dgm:pt>
    <dgm:pt modelId="{E9067F10-1936-4CBA-AF5E-FB10E8E81CB0}" type="pres">
      <dgm:prSet presAssocID="{E17CD133-641A-46E0-8775-8BE2D3BD2413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humbs Up Sign"/>
        </a:ext>
      </dgm:extLst>
    </dgm:pt>
    <dgm:pt modelId="{93D3DFB8-511C-4F65-A703-611824E4C2CD}" type="pres">
      <dgm:prSet presAssocID="{E17CD133-641A-46E0-8775-8BE2D3BD2413}" presName="spaceRect" presStyleCnt="0"/>
      <dgm:spPr/>
    </dgm:pt>
    <dgm:pt modelId="{6F8CDC0F-F80B-4A5B-9FC5-B1A578EDBA9F}" type="pres">
      <dgm:prSet presAssocID="{E17CD133-641A-46E0-8775-8BE2D3BD2413}" presName="textRect" presStyleLbl="revTx" presStyleIdx="2" presStyleCnt="4">
        <dgm:presLayoutVars>
          <dgm:chMax val="1"/>
          <dgm:chPref val="1"/>
        </dgm:presLayoutVars>
      </dgm:prSet>
      <dgm:spPr/>
    </dgm:pt>
    <dgm:pt modelId="{0AE1A487-0145-4F97-AD20-966BF35547C1}" type="pres">
      <dgm:prSet presAssocID="{FC620537-87D9-4F84-807E-9A1B77F1206C}" presName="sibTrans" presStyleCnt="0"/>
      <dgm:spPr/>
    </dgm:pt>
    <dgm:pt modelId="{3245768B-4716-4587-A539-04F3B3769475}" type="pres">
      <dgm:prSet presAssocID="{464DB248-E0FF-407E-B31D-1BEAE6AB4FDE}" presName="compNode" presStyleCnt="0"/>
      <dgm:spPr/>
    </dgm:pt>
    <dgm:pt modelId="{F27D483B-1856-4F5C-9B8A-0D10730C5B95}" type="pres">
      <dgm:prSet presAssocID="{464DB248-E0FF-407E-B31D-1BEAE6AB4FDE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iling Face with No Fill"/>
        </a:ext>
      </dgm:extLst>
    </dgm:pt>
    <dgm:pt modelId="{46ADE7AB-7CC2-46D3-8590-D268B0D34172}" type="pres">
      <dgm:prSet presAssocID="{464DB248-E0FF-407E-B31D-1BEAE6AB4FDE}" presName="spaceRect" presStyleCnt="0"/>
      <dgm:spPr/>
    </dgm:pt>
    <dgm:pt modelId="{0298E9B5-FDCB-4C48-BD60-DCFAADB34A53}" type="pres">
      <dgm:prSet presAssocID="{464DB248-E0FF-407E-B31D-1BEAE6AB4FDE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33062A1C-A1A5-4706-A976-C0ACE936EC90}" type="presOf" srcId="{BECD79D8-CDD2-475B-8CD2-C5D9E8A40DB0}" destId="{80AEA391-B40A-4255-B78C-9F92691A7F55}" srcOrd="0" destOrd="0" presId="urn:microsoft.com/office/officeart/2018/2/layout/IconLabelList"/>
    <dgm:cxn modelId="{B480D65E-EE01-4822-AB7E-4970E42C8AC7}" type="presOf" srcId="{464DB248-E0FF-407E-B31D-1BEAE6AB4FDE}" destId="{0298E9B5-FDCB-4C48-BD60-DCFAADB34A53}" srcOrd="0" destOrd="0" presId="urn:microsoft.com/office/officeart/2018/2/layout/IconLabelList"/>
    <dgm:cxn modelId="{0348F642-2C10-486E-A8E9-0EE073183EA9}" type="presOf" srcId="{8E53BBBF-378C-4794-98BD-B582996D578A}" destId="{72790072-50CD-432E-A8EB-DC2350F51910}" srcOrd="0" destOrd="0" presId="urn:microsoft.com/office/officeart/2018/2/layout/IconLabelList"/>
    <dgm:cxn modelId="{7EF5F345-AB10-40B2-83CD-E173DF119475}" srcId="{BECD79D8-CDD2-475B-8CD2-C5D9E8A40DB0}" destId="{464DB248-E0FF-407E-B31D-1BEAE6AB4FDE}" srcOrd="3" destOrd="0" parTransId="{F53FDC71-5694-4814-A838-E30562768249}" sibTransId="{B4C2F788-0357-48C1-97DF-D5828CDDB835}"/>
    <dgm:cxn modelId="{3DDB2C53-F6E0-45EE-963B-D67C1AA23A0B}" srcId="{BECD79D8-CDD2-475B-8CD2-C5D9E8A40DB0}" destId="{1F9026B6-6845-4681-81D1-9F3E942BA20F}" srcOrd="0" destOrd="0" parTransId="{1C42C3F3-729D-4028-94D2-76807695EA28}" sibTransId="{E61EE82B-C651-4C4B-A68D-06D44F7F9037}"/>
    <dgm:cxn modelId="{145009B3-C49E-4A56-9F89-1336FDF36344}" srcId="{BECD79D8-CDD2-475B-8CD2-C5D9E8A40DB0}" destId="{8E53BBBF-378C-4794-98BD-B582996D578A}" srcOrd="1" destOrd="0" parTransId="{8CC32854-453D-4B1D-B3EC-39A5937B16D5}" sibTransId="{CEBF8697-9A3A-40AB-89BC-A38D9E9EEB2D}"/>
    <dgm:cxn modelId="{E5B6F4DD-A11C-431D-B1F3-8E529382D72E}" type="presOf" srcId="{E17CD133-641A-46E0-8775-8BE2D3BD2413}" destId="{6F8CDC0F-F80B-4A5B-9FC5-B1A578EDBA9F}" srcOrd="0" destOrd="0" presId="urn:microsoft.com/office/officeart/2018/2/layout/IconLabelList"/>
    <dgm:cxn modelId="{2F2D35E1-CDF4-48FF-A618-D50A50E8A9CA}" srcId="{BECD79D8-CDD2-475B-8CD2-C5D9E8A40DB0}" destId="{E17CD133-641A-46E0-8775-8BE2D3BD2413}" srcOrd="2" destOrd="0" parTransId="{C31D41DA-09FC-4BB1-A610-B604246FD776}" sibTransId="{FC620537-87D9-4F84-807E-9A1B77F1206C}"/>
    <dgm:cxn modelId="{3F8E37FA-3EB1-45D9-9D68-AAC7A8F559CF}" type="presOf" srcId="{1F9026B6-6845-4681-81D1-9F3E942BA20F}" destId="{10C48809-CC0B-4343-BACD-85295CDC793B}" srcOrd="0" destOrd="0" presId="urn:microsoft.com/office/officeart/2018/2/layout/IconLabelList"/>
    <dgm:cxn modelId="{848B7989-07DA-4ACD-9020-1ACA2C97EBA2}" type="presParOf" srcId="{80AEA391-B40A-4255-B78C-9F92691A7F55}" destId="{47485655-F6FF-4F2D-BDB1-58211C430541}" srcOrd="0" destOrd="0" presId="urn:microsoft.com/office/officeart/2018/2/layout/IconLabelList"/>
    <dgm:cxn modelId="{048F4222-B50A-4C78-ABDC-5F2891828199}" type="presParOf" srcId="{47485655-F6FF-4F2D-BDB1-58211C430541}" destId="{3BA7421A-DB8F-4508-AA10-BB1283439047}" srcOrd="0" destOrd="0" presId="urn:microsoft.com/office/officeart/2018/2/layout/IconLabelList"/>
    <dgm:cxn modelId="{D79005A5-FCD3-4FB5-81FC-8BA9061233BB}" type="presParOf" srcId="{47485655-F6FF-4F2D-BDB1-58211C430541}" destId="{A78DF91D-64E8-4D28-9B4F-84CCF4C8C6DF}" srcOrd="1" destOrd="0" presId="urn:microsoft.com/office/officeart/2018/2/layout/IconLabelList"/>
    <dgm:cxn modelId="{52BC516D-C053-439D-90B8-6C0A25C14C6B}" type="presParOf" srcId="{47485655-F6FF-4F2D-BDB1-58211C430541}" destId="{10C48809-CC0B-4343-BACD-85295CDC793B}" srcOrd="2" destOrd="0" presId="urn:microsoft.com/office/officeart/2018/2/layout/IconLabelList"/>
    <dgm:cxn modelId="{4801052F-3366-422A-99C9-8748E0A19825}" type="presParOf" srcId="{80AEA391-B40A-4255-B78C-9F92691A7F55}" destId="{188667A6-942F-4C5A-B511-3C8F7864D87B}" srcOrd="1" destOrd="0" presId="urn:microsoft.com/office/officeart/2018/2/layout/IconLabelList"/>
    <dgm:cxn modelId="{CEC9432D-785C-4A0C-88F6-052D3CE29D53}" type="presParOf" srcId="{80AEA391-B40A-4255-B78C-9F92691A7F55}" destId="{CDD6899A-BFE4-43BB-AE2D-2285B913470F}" srcOrd="2" destOrd="0" presId="urn:microsoft.com/office/officeart/2018/2/layout/IconLabelList"/>
    <dgm:cxn modelId="{8A1FA098-F277-4D8A-8E20-2805632BC61F}" type="presParOf" srcId="{CDD6899A-BFE4-43BB-AE2D-2285B913470F}" destId="{D9610CD8-02C5-4BD1-AC9E-6235315A4066}" srcOrd="0" destOrd="0" presId="urn:microsoft.com/office/officeart/2018/2/layout/IconLabelList"/>
    <dgm:cxn modelId="{360DDC07-825C-4D86-848D-ECEF3C6EAB65}" type="presParOf" srcId="{CDD6899A-BFE4-43BB-AE2D-2285B913470F}" destId="{FBD42CB5-05AB-43B0-B609-E5CAA8829EC4}" srcOrd="1" destOrd="0" presId="urn:microsoft.com/office/officeart/2018/2/layout/IconLabelList"/>
    <dgm:cxn modelId="{6501CA72-6E2A-4026-8142-57309EBACD8D}" type="presParOf" srcId="{CDD6899A-BFE4-43BB-AE2D-2285B913470F}" destId="{72790072-50CD-432E-A8EB-DC2350F51910}" srcOrd="2" destOrd="0" presId="urn:microsoft.com/office/officeart/2018/2/layout/IconLabelList"/>
    <dgm:cxn modelId="{A54D8C10-70B5-4ADB-B5E2-06C3CFE2B7EA}" type="presParOf" srcId="{80AEA391-B40A-4255-B78C-9F92691A7F55}" destId="{64727F84-21B1-4B2C-9020-BF9C118B0005}" srcOrd="3" destOrd="0" presId="urn:microsoft.com/office/officeart/2018/2/layout/IconLabelList"/>
    <dgm:cxn modelId="{5D48DCB5-B281-4F88-B579-17ADEB4E916A}" type="presParOf" srcId="{80AEA391-B40A-4255-B78C-9F92691A7F55}" destId="{0A04266B-3D22-4B9F-BE8C-9400C4C54313}" srcOrd="4" destOrd="0" presId="urn:microsoft.com/office/officeart/2018/2/layout/IconLabelList"/>
    <dgm:cxn modelId="{B975367F-664D-4E12-8D30-EF939EE41309}" type="presParOf" srcId="{0A04266B-3D22-4B9F-BE8C-9400C4C54313}" destId="{E9067F10-1936-4CBA-AF5E-FB10E8E81CB0}" srcOrd="0" destOrd="0" presId="urn:microsoft.com/office/officeart/2018/2/layout/IconLabelList"/>
    <dgm:cxn modelId="{17195283-379C-4170-90CF-A7F2E80441BE}" type="presParOf" srcId="{0A04266B-3D22-4B9F-BE8C-9400C4C54313}" destId="{93D3DFB8-511C-4F65-A703-611824E4C2CD}" srcOrd="1" destOrd="0" presId="urn:microsoft.com/office/officeart/2018/2/layout/IconLabelList"/>
    <dgm:cxn modelId="{29DC5E85-A96C-475F-B841-C8D0A111C4D9}" type="presParOf" srcId="{0A04266B-3D22-4B9F-BE8C-9400C4C54313}" destId="{6F8CDC0F-F80B-4A5B-9FC5-B1A578EDBA9F}" srcOrd="2" destOrd="0" presId="urn:microsoft.com/office/officeart/2018/2/layout/IconLabelList"/>
    <dgm:cxn modelId="{13B3B55E-F314-417E-9190-8D4233A60190}" type="presParOf" srcId="{80AEA391-B40A-4255-B78C-9F92691A7F55}" destId="{0AE1A487-0145-4F97-AD20-966BF35547C1}" srcOrd="5" destOrd="0" presId="urn:microsoft.com/office/officeart/2018/2/layout/IconLabelList"/>
    <dgm:cxn modelId="{3C127CF5-D6DC-473B-A32E-FAD0829060D9}" type="presParOf" srcId="{80AEA391-B40A-4255-B78C-9F92691A7F55}" destId="{3245768B-4716-4587-A539-04F3B3769475}" srcOrd="6" destOrd="0" presId="urn:microsoft.com/office/officeart/2018/2/layout/IconLabelList"/>
    <dgm:cxn modelId="{F8C412D3-43EC-467A-BA9D-97A36740F9F1}" type="presParOf" srcId="{3245768B-4716-4587-A539-04F3B3769475}" destId="{F27D483B-1856-4F5C-9B8A-0D10730C5B95}" srcOrd="0" destOrd="0" presId="urn:microsoft.com/office/officeart/2018/2/layout/IconLabelList"/>
    <dgm:cxn modelId="{B09BA854-2AC3-4936-9F06-48CD6A7E2D36}" type="presParOf" srcId="{3245768B-4716-4587-A539-04F3B3769475}" destId="{46ADE7AB-7CC2-46D3-8590-D268B0D34172}" srcOrd="1" destOrd="0" presId="urn:microsoft.com/office/officeart/2018/2/layout/IconLabelList"/>
    <dgm:cxn modelId="{BB365AB6-C4DF-49FA-AC5B-C4AC8622402C}" type="presParOf" srcId="{3245768B-4716-4587-A539-04F3B3769475}" destId="{0298E9B5-FDCB-4C48-BD60-DCFAADB34A53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A7421A-DB8F-4508-AA10-BB1283439047}">
      <dsp:nvSpPr>
        <dsp:cNvPr id="0" name=""/>
        <dsp:cNvSpPr/>
      </dsp:nvSpPr>
      <dsp:spPr>
        <a:xfrm>
          <a:off x="508264" y="802097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C48809-CC0B-4343-BACD-85295CDC793B}">
      <dsp:nvSpPr>
        <dsp:cNvPr id="0" name=""/>
        <dsp:cNvSpPr/>
      </dsp:nvSpPr>
      <dsp:spPr>
        <a:xfrm>
          <a:off x="13264" y="188217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I" sz="1700" b="0" i="0" kern="1200" baseline="0"/>
            <a:t>Faster candidate screening</a:t>
          </a:r>
          <a:endParaRPr lang="en-US" sz="1700" kern="1200"/>
        </a:p>
      </dsp:txBody>
      <dsp:txXfrm>
        <a:off x="13264" y="1882179"/>
        <a:ext cx="1800000" cy="720000"/>
      </dsp:txXfrm>
    </dsp:sp>
    <dsp:sp modelId="{D9610CD8-02C5-4BD1-AC9E-6235315A4066}">
      <dsp:nvSpPr>
        <dsp:cNvPr id="0" name=""/>
        <dsp:cNvSpPr/>
      </dsp:nvSpPr>
      <dsp:spPr>
        <a:xfrm>
          <a:off x="2623264" y="802097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790072-50CD-432E-A8EB-DC2350F51910}">
      <dsp:nvSpPr>
        <dsp:cNvPr id="0" name=""/>
        <dsp:cNvSpPr/>
      </dsp:nvSpPr>
      <dsp:spPr>
        <a:xfrm>
          <a:off x="2128264" y="188217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I" sz="1700" b="0" i="0" kern="1200" baseline="0"/>
            <a:t>Smarter AI-based matching</a:t>
          </a:r>
          <a:endParaRPr lang="en-US" sz="1700" kern="1200"/>
        </a:p>
      </dsp:txBody>
      <dsp:txXfrm>
        <a:off x="2128264" y="1882179"/>
        <a:ext cx="1800000" cy="720000"/>
      </dsp:txXfrm>
    </dsp:sp>
    <dsp:sp modelId="{E9067F10-1936-4CBA-AF5E-FB10E8E81CB0}">
      <dsp:nvSpPr>
        <dsp:cNvPr id="0" name=""/>
        <dsp:cNvSpPr/>
      </dsp:nvSpPr>
      <dsp:spPr>
        <a:xfrm>
          <a:off x="4738264" y="802097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F8CDC0F-F80B-4A5B-9FC5-B1A578EDBA9F}">
      <dsp:nvSpPr>
        <dsp:cNvPr id="0" name=""/>
        <dsp:cNvSpPr/>
      </dsp:nvSpPr>
      <dsp:spPr>
        <a:xfrm>
          <a:off x="4243264" y="188217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I" sz="1700" b="0" i="0" kern="1200" baseline="0"/>
            <a:t>Transparent, explainable results</a:t>
          </a:r>
          <a:endParaRPr lang="en-US" sz="1700" kern="1200"/>
        </a:p>
      </dsp:txBody>
      <dsp:txXfrm>
        <a:off x="4243264" y="1882179"/>
        <a:ext cx="1800000" cy="720000"/>
      </dsp:txXfrm>
    </dsp:sp>
    <dsp:sp modelId="{F27D483B-1856-4F5C-9B8A-0D10730C5B95}">
      <dsp:nvSpPr>
        <dsp:cNvPr id="0" name=""/>
        <dsp:cNvSpPr/>
      </dsp:nvSpPr>
      <dsp:spPr>
        <a:xfrm>
          <a:off x="6853264" y="802097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98E9B5-FDCB-4C48-BD60-DCFAADB34A53}">
      <dsp:nvSpPr>
        <dsp:cNvPr id="0" name=""/>
        <dsp:cNvSpPr/>
      </dsp:nvSpPr>
      <dsp:spPr>
        <a:xfrm>
          <a:off x="6358264" y="188217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FI" sz="1700" b="0" i="0" kern="1200" baseline="0"/>
            <a:t>Simple and user-friendly experience</a:t>
          </a:r>
          <a:endParaRPr lang="en-US" sz="1700" kern="1200"/>
        </a:p>
      </dsp:txBody>
      <dsp:txXfrm>
        <a:off x="6358264" y="1882179"/>
        <a:ext cx="18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307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356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817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292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0656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5582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135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97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458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0410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754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8177" y="3771174"/>
            <a:ext cx="546115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149247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3124201"/>
            <a:ext cx="662096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3399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899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3929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2937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610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/>
          <p:cNvSpPr/>
          <p:nvPr/>
        </p:nvSpPr>
        <p:spPr>
          <a:xfrm>
            <a:off x="629943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FI"/>
          </a:p>
        </p:txBody>
      </p:sp>
      <p:sp>
        <p:nvSpPr>
          <p:cNvPr id="23" name="Oval 22"/>
          <p:cNvSpPr/>
          <p:nvPr/>
        </p:nvSpPr>
        <p:spPr>
          <a:xfrm>
            <a:off x="5689832" y="-457200"/>
            <a:ext cx="1600200" cy="1600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4000"/>
                </a:schemeClr>
              </a:gs>
              <a:gs pos="73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FI"/>
          </a:p>
        </p:txBody>
      </p:sp>
      <p:sp>
        <p:nvSpPr>
          <p:cNvPr id="24" name="Oval 23"/>
          <p:cNvSpPr/>
          <p:nvPr/>
        </p:nvSpPr>
        <p:spPr>
          <a:xfrm>
            <a:off x="6299432" y="6096000"/>
            <a:ext cx="990600" cy="9906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9000"/>
                </a:schemeClr>
              </a:gs>
              <a:gs pos="66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FI"/>
          </a:p>
        </p:txBody>
      </p:sp>
      <p:sp>
        <p:nvSpPr>
          <p:cNvPr id="20" name="Oval 19"/>
          <p:cNvSpPr/>
          <p:nvPr/>
        </p:nvSpPr>
        <p:spPr>
          <a:xfrm>
            <a:off x="-153988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1000"/>
                </a:schemeClr>
              </a:gs>
              <a:gs pos="75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FI"/>
          </a:p>
        </p:txBody>
      </p:sp>
      <p:sp>
        <p:nvSpPr>
          <p:cNvPr id="21" name="Oval 20"/>
          <p:cNvSpPr/>
          <p:nvPr/>
        </p:nvSpPr>
        <p:spPr>
          <a:xfrm>
            <a:off x="-839788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8000"/>
                </a:schemeClr>
              </a:gs>
              <a:gs pos="72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FI"/>
          </a:p>
        </p:txBody>
      </p:sp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FI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01236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7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6" indent="-342906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62" indent="-285755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20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2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3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42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49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5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6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7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5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2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38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46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53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6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7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.png"/><Relationship Id="rId5" Type="http://schemas.openxmlformats.org/officeDocument/2006/relationships/image" Target="../media/image4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A4322390-8B58-46BE-88EB-D9FD30C08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Miniature airplane">
            <a:extLst>
              <a:ext uri="{FF2B5EF4-FFF2-40B4-BE49-F238E27FC236}">
                <a16:creationId xmlns:a16="http://schemas.microsoft.com/office/drawing/2014/main" id="{1D430911-A92E-DF21-A908-B40BB84124B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l="9278" r="1721" b="-1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216" y="1447800"/>
            <a:ext cx="6619243" cy="332958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3300" b="1" dirty="0"/>
              <a:t>Smart Recruitment Assistant</a:t>
            </a:r>
            <a:br>
              <a:rPr lang="en-US" sz="3300" dirty="0"/>
            </a:br>
            <a:r>
              <a:rPr lang="en-US" sz="3300" i="1" dirty="0"/>
              <a:t>A self-learning, AI-powered hiring system</a:t>
            </a:r>
            <a:br>
              <a:rPr lang="en-US" sz="6600" dirty="0"/>
            </a:br>
            <a:endParaRPr lang="en-US" sz="6700" b="1" dirty="0">
              <a:solidFill>
                <a:schemeClr val="tx1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216" y="3904488"/>
            <a:ext cx="6619243" cy="1734312"/>
          </a:xfrm>
        </p:spPr>
        <p:txBody>
          <a:bodyPr vert="horz" lIns="91440" tIns="45720" rIns="91440" bIns="45720" rtlCol="0">
            <a:normAutofit/>
          </a:bodyPr>
          <a:lstStyle/>
          <a:p>
            <a:pPr defTabSz="457200">
              <a:buFont typeface="Wingdings 3" charset="2"/>
              <a:buChar char=""/>
            </a:pPr>
            <a:r>
              <a:rPr lang="en-US" dirty="0">
                <a:solidFill>
                  <a:schemeClr val="tx1"/>
                </a:solidFill>
              </a:rPr>
              <a:t>By UKKO</a:t>
            </a:r>
          </a:p>
          <a:p>
            <a:pPr defTabSz="457200">
              <a:buFont typeface="Wingdings 3" charset="2"/>
              <a:buChar char=""/>
            </a:pPr>
            <a:r>
              <a:rPr lang="en-US" dirty="0">
                <a:solidFill>
                  <a:schemeClr val="tx1"/>
                </a:solidFill>
              </a:rPr>
              <a:t>HELMI </a:t>
            </a:r>
          </a:p>
          <a:p>
            <a:pPr defTabSz="457200"/>
            <a:endParaRPr lang="en-US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C8A3C342-1D03-412F-8DD3-BF519E8E0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697" y="629267"/>
            <a:ext cx="4641143" cy="100751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EBEBEB"/>
                </a:solidFill>
              </a:rPr>
              <a:t>The idea</a:t>
            </a: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A806263F-7D29-05CB-4852-DD4013F0823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40888" y="1752600"/>
            <a:ext cx="4641142" cy="378541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lvl="0" indent="0" defTabSz="91440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</a:pPr>
            <a:r>
              <a:rPr lang="en-US" dirty="0"/>
              <a:t> Goes beyond keyword search</a:t>
            </a:r>
          </a:p>
          <a:p>
            <a:pPr marL="0" lvl="0" indent="0" defTabSz="91440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</a:pPr>
            <a:r>
              <a:rPr lang="en-US" altLang="en-FI" dirty="0">
                <a:solidFill>
                  <a:srgbClr val="FFFFFF"/>
                </a:solidFill>
              </a:rPr>
              <a:t> </a:t>
            </a:r>
            <a:r>
              <a:rPr lang="en-US" dirty="0"/>
              <a:t>Understands meaning (semantic matching)</a:t>
            </a:r>
          </a:p>
          <a:p>
            <a:pPr marL="0" lvl="0" indent="0" defTabSz="91440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</a:pPr>
            <a:r>
              <a:rPr lang="en-US" altLang="en-FI" dirty="0">
                <a:solidFill>
                  <a:srgbClr val="FFFFFF"/>
                </a:solidFill>
              </a:rPr>
              <a:t> </a:t>
            </a:r>
            <a:r>
              <a:rPr lang="en-US" dirty="0"/>
              <a:t>Uses professional role standards</a:t>
            </a:r>
          </a:p>
          <a:p>
            <a:pPr marL="0" lvl="0" indent="0" defTabSz="91440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</a:pPr>
            <a:r>
              <a:rPr lang="en-US" altLang="en-FI" dirty="0">
                <a:solidFill>
                  <a:srgbClr val="FFFFFF"/>
                </a:solidFill>
              </a:rPr>
              <a:t> </a:t>
            </a:r>
            <a:r>
              <a:rPr lang="en-US" dirty="0"/>
              <a:t>Applies filters (location, salary, industry)</a:t>
            </a:r>
            <a:r>
              <a:rPr lang="en-US" altLang="en-FI" dirty="0">
                <a:solidFill>
                  <a:srgbClr val="FFFFFF"/>
                </a:solidFill>
              </a:rPr>
              <a:t> </a:t>
            </a:r>
          </a:p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lang="en-US" altLang="en-FI" dirty="0">
              <a:solidFill>
                <a:srgbClr val="FFFFFF"/>
              </a:solidFill>
            </a:endParaRPr>
          </a:p>
        </p:txBody>
      </p:sp>
      <p:sp>
        <p:nvSpPr>
          <p:cNvPr id="37" name="Freeform 31">
            <a:extLst>
              <a:ext uri="{FF2B5EF4-FFF2-40B4-BE49-F238E27FC236}">
                <a16:creationId xmlns:a16="http://schemas.microsoft.com/office/drawing/2014/main" id="{81CC9B02-E087-4350-AEBD-2C3CF001AF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61980" y="-1"/>
            <a:ext cx="419604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Person pointing on a map">
            <a:extLst>
              <a:ext uri="{FF2B5EF4-FFF2-40B4-BE49-F238E27FC236}">
                <a16:creationId xmlns:a16="http://schemas.microsoft.com/office/drawing/2014/main" id="{E3AC7B28-2176-C11B-FE03-D2F98290AB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175" r="38593" b="-2"/>
          <a:stretch>
            <a:fillRect/>
          </a:stretch>
        </p:blipFill>
        <p:spPr>
          <a:xfrm>
            <a:off x="5421881" y="1"/>
            <a:ext cx="3722434" cy="6858001"/>
          </a:xfrm>
          <a:custGeom>
            <a:avLst/>
            <a:gdLst/>
            <a:ahLst/>
            <a:cxnLst/>
            <a:rect l="l" t="t" r="r" b="b"/>
            <a:pathLst>
              <a:path w="4963245" h="6858001">
                <a:moveTo>
                  <a:pt x="1177" y="0"/>
                </a:moveTo>
                <a:lnTo>
                  <a:pt x="1344715" y="0"/>
                </a:lnTo>
                <a:lnTo>
                  <a:pt x="1344715" y="1"/>
                </a:lnTo>
                <a:lnTo>
                  <a:pt x="4963245" y="1"/>
                </a:lnTo>
                <a:lnTo>
                  <a:pt x="4963244" y="6858001"/>
                </a:lnTo>
                <a:lnTo>
                  <a:pt x="900697" y="6858001"/>
                </a:lnTo>
                <a:lnTo>
                  <a:pt x="900697" y="6858000"/>
                </a:lnTo>
                <a:lnTo>
                  <a:pt x="0" y="6858000"/>
                </a:lnTo>
                <a:lnTo>
                  <a:pt x="5883" y="6817538"/>
                </a:lnTo>
                <a:lnTo>
                  <a:pt x="23196" y="6698894"/>
                </a:lnTo>
                <a:lnTo>
                  <a:pt x="35299" y="6612483"/>
                </a:lnTo>
                <a:lnTo>
                  <a:pt x="48073" y="6509613"/>
                </a:lnTo>
                <a:lnTo>
                  <a:pt x="63369" y="6387541"/>
                </a:lnTo>
                <a:lnTo>
                  <a:pt x="79506" y="6252438"/>
                </a:lnTo>
                <a:lnTo>
                  <a:pt x="96483" y="6100191"/>
                </a:lnTo>
                <a:lnTo>
                  <a:pt x="114469" y="5934227"/>
                </a:lnTo>
                <a:lnTo>
                  <a:pt x="132454" y="5753862"/>
                </a:lnTo>
                <a:lnTo>
                  <a:pt x="150776" y="5561838"/>
                </a:lnTo>
                <a:lnTo>
                  <a:pt x="167753" y="5354726"/>
                </a:lnTo>
                <a:lnTo>
                  <a:pt x="184058" y="5138013"/>
                </a:lnTo>
                <a:lnTo>
                  <a:pt x="198849" y="4908956"/>
                </a:lnTo>
                <a:lnTo>
                  <a:pt x="212969" y="4670298"/>
                </a:lnTo>
                <a:lnTo>
                  <a:pt x="226248" y="4421352"/>
                </a:lnTo>
                <a:lnTo>
                  <a:pt x="230955" y="4293793"/>
                </a:lnTo>
                <a:lnTo>
                  <a:pt x="236165" y="4163492"/>
                </a:lnTo>
                <a:lnTo>
                  <a:pt x="241040" y="4031133"/>
                </a:lnTo>
                <a:lnTo>
                  <a:pt x="244234" y="3898087"/>
                </a:lnTo>
                <a:lnTo>
                  <a:pt x="247091" y="3762299"/>
                </a:lnTo>
                <a:lnTo>
                  <a:pt x="250117" y="3625139"/>
                </a:lnTo>
                <a:lnTo>
                  <a:pt x="252134" y="3485236"/>
                </a:lnTo>
                <a:lnTo>
                  <a:pt x="252134" y="3343961"/>
                </a:lnTo>
                <a:lnTo>
                  <a:pt x="253142" y="3201315"/>
                </a:lnTo>
                <a:lnTo>
                  <a:pt x="252134" y="3057297"/>
                </a:lnTo>
                <a:lnTo>
                  <a:pt x="250117" y="2911221"/>
                </a:lnTo>
                <a:lnTo>
                  <a:pt x="248268" y="2765146"/>
                </a:lnTo>
                <a:lnTo>
                  <a:pt x="244234" y="2617013"/>
                </a:lnTo>
                <a:lnTo>
                  <a:pt x="240032" y="2467509"/>
                </a:lnTo>
                <a:lnTo>
                  <a:pt x="235157" y="2318004"/>
                </a:lnTo>
                <a:lnTo>
                  <a:pt x="228266" y="2167128"/>
                </a:lnTo>
                <a:lnTo>
                  <a:pt x="220029" y="2014881"/>
                </a:lnTo>
                <a:lnTo>
                  <a:pt x="212129" y="1861947"/>
                </a:lnTo>
                <a:lnTo>
                  <a:pt x="202044" y="1709014"/>
                </a:lnTo>
                <a:lnTo>
                  <a:pt x="189941" y="1554023"/>
                </a:lnTo>
                <a:lnTo>
                  <a:pt x="177839" y="1401090"/>
                </a:lnTo>
                <a:lnTo>
                  <a:pt x="163887" y="1245413"/>
                </a:lnTo>
                <a:lnTo>
                  <a:pt x="148591" y="1089051"/>
                </a:lnTo>
                <a:lnTo>
                  <a:pt x="132455" y="934746"/>
                </a:lnTo>
                <a:lnTo>
                  <a:pt x="113629" y="778383"/>
                </a:lnTo>
                <a:lnTo>
                  <a:pt x="93458" y="622707"/>
                </a:lnTo>
                <a:lnTo>
                  <a:pt x="73455" y="466344"/>
                </a:lnTo>
                <a:lnTo>
                  <a:pt x="50091" y="310668"/>
                </a:lnTo>
                <a:lnTo>
                  <a:pt x="26222" y="155677"/>
                </a:lnTo>
                <a:close/>
              </a:path>
            </a:pathLst>
          </a:cu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23E8915-D2AA-4327-A45A-972C3CA95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8302FC3C-9804-4950-B721-5FD704BA6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9141714" cy="6858000"/>
          </a:xfrm>
          <a:prstGeom prst="rect">
            <a:avLst/>
          </a:prstGeom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B9695BD-ECF6-49CA-8877-8C493193C6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1" y="1828800"/>
            <a:ext cx="0" cy="3200400"/>
          </a:xfrm>
          <a:prstGeom prst="line">
            <a:avLst/>
          </a:prstGeom>
          <a:ln w="1905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3BC6EBB2-9BDC-4075-BA6B-43A9FBF9C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228080"/>
            <a:ext cx="745301" cy="762000"/>
          </a:xfrm>
          <a:prstGeom prst="rect">
            <a:avLst/>
          </a:prstGeom>
        </p:spPr>
      </p:pic>
      <p:sp>
        <p:nvSpPr>
          <p:cNvPr id="26" name="Freeform 5">
            <a:extLst>
              <a:ext uri="{FF2B5EF4-FFF2-40B4-BE49-F238E27FC236}">
                <a16:creationId xmlns:a16="http://schemas.microsoft.com/office/drawing/2014/main" id="{F3798573-F27B-47EB-8EA4-7EE34954C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191" y="0"/>
            <a:ext cx="9144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FI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4646" y="804672"/>
            <a:ext cx="2641019" cy="524865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457200"/>
            <a:r>
              <a:rPr lang="en-US" b="0" i="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How it works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92C6012-5F98-FA36-82B0-5D82BC91FD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31895" y="804671"/>
            <a:ext cx="4799948" cy="524865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/>
          <a:p>
            <a:pPr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</a:pPr>
            <a:r>
              <a:rPr lang="en-US" dirty="0"/>
              <a:t>Converts queries &amp; profiles into vector embeddings</a:t>
            </a:r>
          </a:p>
          <a:p>
            <a:pPr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</a:pPr>
            <a:r>
              <a:rPr lang="en-US" dirty="0"/>
              <a:t>Performs semantic search</a:t>
            </a:r>
          </a:p>
          <a:p>
            <a:pPr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</a:pPr>
            <a:r>
              <a:rPr lang="en-US" dirty="0"/>
              <a:t>Ranks candidates by similarity</a:t>
            </a:r>
            <a:endParaRPr lang="en-US" dirty="0"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2998CF-94BF-11BA-678B-C1155C494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E8915-D2AA-4327-A45A-972C3CA95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302FC3C-9804-4950-B721-5FD704BA6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9141714" cy="6858000"/>
          </a:xfrm>
          <a:prstGeom prst="rect">
            <a:avLst/>
          </a:prstGeom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B9695BD-ECF6-49CA-8877-8C493193C6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1" y="1828800"/>
            <a:ext cx="0" cy="3200400"/>
          </a:xfrm>
          <a:prstGeom prst="line">
            <a:avLst/>
          </a:prstGeom>
          <a:ln w="1905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3BC6EBB2-9BDC-4075-BA6B-43A9FBF9C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228080"/>
            <a:ext cx="745301" cy="762000"/>
          </a:xfrm>
          <a:prstGeom prst="rect">
            <a:avLst/>
          </a:prstGeom>
        </p:spPr>
      </p:pic>
      <p:sp>
        <p:nvSpPr>
          <p:cNvPr id="16" name="Freeform 5">
            <a:extLst>
              <a:ext uri="{FF2B5EF4-FFF2-40B4-BE49-F238E27FC236}">
                <a16:creationId xmlns:a16="http://schemas.microsoft.com/office/drawing/2014/main" id="{F3798573-F27B-47EB-8EA4-7EE34954C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191" y="0"/>
            <a:ext cx="9144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FI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47D041-0FF4-7342-D671-29C64C3297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646" y="804672"/>
            <a:ext cx="2641019" cy="5248656"/>
          </a:xfrm>
        </p:spPr>
        <p:txBody>
          <a:bodyPr anchor="ctr">
            <a:normAutofit/>
          </a:bodyPr>
          <a:lstStyle/>
          <a:p>
            <a:pPr algn="ctr"/>
            <a:r>
              <a:rPr lang="en-US" dirty="0"/>
              <a:t>Learns &amp; Improves</a:t>
            </a:r>
            <a:endParaRPr lang="en-FI" dirty="0"/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B08BEE14-6AE9-EADF-EBA9-CC9B597D0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1895" y="804671"/>
            <a:ext cx="4799948" cy="5248657"/>
          </a:xfrm>
        </p:spPr>
        <p:txBody>
          <a:bodyPr anchor="ctr">
            <a:normAutofit/>
          </a:bodyPr>
          <a:lstStyle/>
          <a:p>
            <a:endParaRPr dirty="0"/>
          </a:p>
          <a:p>
            <a:r>
              <a:rPr lang="en-US" dirty="0"/>
              <a:t>Adapts based on recruiter feedback</a:t>
            </a:r>
          </a:p>
          <a:p>
            <a:r>
              <a:rPr lang="en-US" dirty="0"/>
              <a:t>Adjusts rankings dynamically</a:t>
            </a:r>
          </a:p>
          <a:p>
            <a:r>
              <a:rPr lang="en-US" dirty="0"/>
              <a:t>Provides AI-generated match explanations</a:t>
            </a:r>
          </a:p>
          <a:p>
            <a:r>
              <a:rPr lang="en-US" dirty="0"/>
              <a:t>Gets smarter with every search.</a:t>
            </a:r>
          </a:p>
        </p:txBody>
      </p:sp>
    </p:spTree>
    <p:extLst>
      <p:ext uri="{BB962C8B-B14F-4D97-AF65-F5344CB8AC3E}">
        <p14:creationId xmlns:p14="http://schemas.microsoft.com/office/powerpoint/2010/main" val="3512219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697" y="629267"/>
            <a:ext cx="6939116" cy="1016654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EBEBEB"/>
                </a:solidFill>
              </a:rPr>
              <a:t>Key value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FI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2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FI"/>
          </a:p>
        </p:txBody>
      </p:sp>
      <p:graphicFrame>
        <p:nvGraphicFramePr>
          <p:cNvPr id="17" name="Rectangle 2">
            <a:extLst>
              <a:ext uri="{FF2B5EF4-FFF2-40B4-BE49-F238E27FC236}">
                <a16:creationId xmlns:a16="http://schemas.microsoft.com/office/drawing/2014/main" id="{3D45724A-A3F2-D38C-0BC7-15E7EA5F4CF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6599263"/>
              </p:ext>
            </p:extLst>
          </p:nvPr>
        </p:nvGraphicFramePr>
        <p:xfrm>
          <a:off x="486697" y="2810256"/>
          <a:ext cx="8171528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3027759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141809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676400"/>
            <a:ext cx="211455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FI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096000"/>
            <a:ext cx="745301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FI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6A81905-F480-46A4-BC10-215D24EA1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D3A409-9728-1609-5F53-CA65FE056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4009" y="1447800"/>
            <a:ext cx="3916743" cy="3329581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457200">
              <a:lnSpc>
                <a:spcPct val="90000"/>
              </a:lnSpc>
            </a:pPr>
            <a:r>
              <a:rPr lang="en-US" sz="5600" b="0" i="0" kern="120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Thank you for your attention</a:t>
            </a:r>
          </a:p>
        </p:txBody>
      </p:sp>
      <p:sp>
        <p:nvSpPr>
          <p:cNvPr id="23" name="Freeform 8">
            <a:extLst>
              <a:ext uri="{FF2B5EF4-FFF2-40B4-BE49-F238E27FC236}">
                <a16:creationId xmlns:a16="http://schemas.microsoft.com/office/drawing/2014/main" id="{36FD4D9D-3784-41E8-8405-A42B72F513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101769" y="-1"/>
            <a:ext cx="419604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09811DF6-66E4-43D5-B564-3151796531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361473" cy="6858000"/>
          </a:xfrm>
          <a:custGeom>
            <a:avLst/>
            <a:gdLst>
              <a:gd name="connsiteX0" fmla="*/ 3137249 w 4481964"/>
              <a:gd name="connsiteY0" fmla="*/ 0 h 6858000"/>
              <a:gd name="connsiteX1" fmla="*/ 4480787 w 4481964"/>
              <a:gd name="connsiteY1" fmla="*/ 0 h 6858000"/>
              <a:gd name="connsiteX2" fmla="*/ 4455742 w 4481964"/>
              <a:gd name="connsiteY2" fmla="*/ 155676 h 6858000"/>
              <a:gd name="connsiteX3" fmla="*/ 4431873 w 4481964"/>
              <a:gd name="connsiteY3" fmla="*/ 310667 h 6858000"/>
              <a:gd name="connsiteX4" fmla="*/ 4408509 w 4481964"/>
              <a:gd name="connsiteY4" fmla="*/ 466344 h 6858000"/>
              <a:gd name="connsiteX5" fmla="*/ 4388506 w 4481964"/>
              <a:gd name="connsiteY5" fmla="*/ 622706 h 6858000"/>
              <a:gd name="connsiteX6" fmla="*/ 4368335 w 4481964"/>
              <a:gd name="connsiteY6" fmla="*/ 778383 h 6858000"/>
              <a:gd name="connsiteX7" fmla="*/ 4349509 w 4481964"/>
              <a:gd name="connsiteY7" fmla="*/ 934745 h 6858000"/>
              <a:gd name="connsiteX8" fmla="*/ 4333373 w 4481964"/>
              <a:gd name="connsiteY8" fmla="*/ 1089050 h 6858000"/>
              <a:gd name="connsiteX9" fmla="*/ 4318077 w 4481964"/>
              <a:gd name="connsiteY9" fmla="*/ 1245413 h 6858000"/>
              <a:gd name="connsiteX10" fmla="*/ 4304125 w 4481964"/>
              <a:gd name="connsiteY10" fmla="*/ 1401089 h 6858000"/>
              <a:gd name="connsiteX11" fmla="*/ 4292023 w 4481964"/>
              <a:gd name="connsiteY11" fmla="*/ 1554023 h 6858000"/>
              <a:gd name="connsiteX12" fmla="*/ 4279920 w 4481964"/>
              <a:gd name="connsiteY12" fmla="*/ 1709013 h 6858000"/>
              <a:gd name="connsiteX13" fmla="*/ 4269835 w 4481964"/>
              <a:gd name="connsiteY13" fmla="*/ 1861947 h 6858000"/>
              <a:gd name="connsiteX14" fmla="*/ 4261935 w 4481964"/>
              <a:gd name="connsiteY14" fmla="*/ 2014880 h 6858000"/>
              <a:gd name="connsiteX15" fmla="*/ 4253698 w 4481964"/>
              <a:gd name="connsiteY15" fmla="*/ 2167128 h 6858000"/>
              <a:gd name="connsiteX16" fmla="*/ 4246807 w 4481964"/>
              <a:gd name="connsiteY16" fmla="*/ 2318004 h 6858000"/>
              <a:gd name="connsiteX17" fmla="*/ 4241932 w 4481964"/>
              <a:gd name="connsiteY17" fmla="*/ 2467508 h 6858000"/>
              <a:gd name="connsiteX18" fmla="*/ 4237730 w 4481964"/>
              <a:gd name="connsiteY18" fmla="*/ 2617013 h 6858000"/>
              <a:gd name="connsiteX19" fmla="*/ 4233696 w 4481964"/>
              <a:gd name="connsiteY19" fmla="*/ 2765145 h 6858000"/>
              <a:gd name="connsiteX20" fmla="*/ 4231847 w 4481964"/>
              <a:gd name="connsiteY20" fmla="*/ 2911221 h 6858000"/>
              <a:gd name="connsiteX21" fmla="*/ 4229830 w 4481964"/>
              <a:gd name="connsiteY21" fmla="*/ 3057296 h 6858000"/>
              <a:gd name="connsiteX22" fmla="*/ 4228821 w 4481964"/>
              <a:gd name="connsiteY22" fmla="*/ 3201314 h 6858000"/>
              <a:gd name="connsiteX23" fmla="*/ 4229830 w 4481964"/>
              <a:gd name="connsiteY23" fmla="*/ 3343960 h 6858000"/>
              <a:gd name="connsiteX24" fmla="*/ 4229830 w 4481964"/>
              <a:gd name="connsiteY24" fmla="*/ 3485235 h 6858000"/>
              <a:gd name="connsiteX25" fmla="*/ 4231847 w 4481964"/>
              <a:gd name="connsiteY25" fmla="*/ 3625138 h 6858000"/>
              <a:gd name="connsiteX26" fmla="*/ 4234872 w 4481964"/>
              <a:gd name="connsiteY26" fmla="*/ 3762298 h 6858000"/>
              <a:gd name="connsiteX27" fmla="*/ 4237730 w 4481964"/>
              <a:gd name="connsiteY27" fmla="*/ 3898087 h 6858000"/>
              <a:gd name="connsiteX28" fmla="*/ 4240924 w 4481964"/>
              <a:gd name="connsiteY28" fmla="*/ 4031132 h 6858000"/>
              <a:gd name="connsiteX29" fmla="*/ 4245798 w 4481964"/>
              <a:gd name="connsiteY29" fmla="*/ 4163491 h 6858000"/>
              <a:gd name="connsiteX30" fmla="*/ 4251009 w 4481964"/>
              <a:gd name="connsiteY30" fmla="*/ 4293793 h 6858000"/>
              <a:gd name="connsiteX31" fmla="*/ 4255715 w 4481964"/>
              <a:gd name="connsiteY31" fmla="*/ 4421352 h 6858000"/>
              <a:gd name="connsiteX32" fmla="*/ 4268995 w 4481964"/>
              <a:gd name="connsiteY32" fmla="*/ 4670298 h 6858000"/>
              <a:gd name="connsiteX33" fmla="*/ 4283114 w 4481964"/>
              <a:gd name="connsiteY33" fmla="*/ 4908956 h 6858000"/>
              <a:gd name="connsiteX34" fmla="*/ 4297906 w 4481964"/>
              <a:gd name="connsiteY34" fmla="*/ 5138013 h 6858000"/>
              <a:gd name="connsiteX35" fmla="*/ 4314211 w 4481964"/>
              <a:gd name="connsiteY35" fmla="*/ 5354726 h 6858000"/>
              <a:gd name="connsiteX36" fmla="*/ 4331188 w 4481964"/>
              <a:gd name="connsiteY36" fmla="*/ 5561838 h 6858000"/>
              <a:gd name="connsiteX37" fmla="*/ 4349509 w 4481964"/>
              <a:gd name="connsiteY37" fmla="*/ 5753862 h 6858000"/>
              <a:gd name="connsiteX38" fmla="*/ 4367495 w 4481964"/>
              <a:gd name="connsiteY38" fmla="*/ 5934227 h 6858000"/>
              <a:gd name="connsiteX39" fmla="*/ 4385480 w 4481964"/>
              <a:gd name="connsiteY39" fmla="*/ 6100191 h 6858000"/>
              <a:gd name="connsiteX40" fmla="*/ 4402457 w 4481964"/>
              <a:gd name="connsiteY40" fmla="*/ 6252438 h 6858000"/>
              <a:gd name="connsiteX41" fmla="*/ 4418594 w 4481964"/>
              <a:gd name="connsiteY41" fmla="*/ 6387541 h 6858000"/>
              <a:gd name="connsiteX42" fmla="*/ 4433890 w 4481964"/>
              <a:gd name="connsiteY42" fmla="*/ 6509613 h 6858000"/>
              <a:gd name="connsiteX43" fmla="*/ 4446665 w 4481964"/>
              <a:gd name="connsiteY43" fmla="*/ 6612483 h 6858000"/>
              <a:gd name="connsiteX44" fmla="*/ 4458767 w 4481964"/>
              <a:gd name="connsiteY44" fmla="*/ 6698894 h 6858000"/>
              <a:gd name="connsiteX45" fmla="*/ 4476081 w 4481964"/>
              <a:gd name="connsiteY45" fmla="*/ 6817538 h 6858000"/>
              <a:gd name="connsiteX46" fmla="*/ 4481964 w 4481964"/>
              <a:gd name="connsiteY46" fmla="*/ 6858000 h 6858000"/>
              <a:gd name="connsiteX47" fmla="*/ 3577807 w 4481964"/>
              <a:gd name="connsiteY47" fmla="*/ 6858000 h 6858000"/>
              <a:gd name="connsiteX48" fmla="*/ 3577807 w 4481964"/>
              <a:gd name="connsiteY48" fmla="*/ 6858000 h 6858000"/>
              <a:gd name="connsiteX49" fmla="*/ 0 w 4481964"/>
              <a:gd name="connsiteY49" fmla="*/ 6858000 h 6858000"/>
              <a:gd name="connsiteX50" fmla="*/ 0 w 4481964"/>
              <a:gd name="connsiteY50" fmla="*/ 0 h 6858000"/>
              <a:gd name="connsiteX51" fmla="*/ 3137249 w 4481964"/>
              <a:gd name="connsiteY5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481964" h="6858000">
                <a:moveTo>
                  <a:pt x="3137249" y="0"/>
                </a:moveTo>
                <a:lnTo>
                  <a:pt x="4480787" y="0"/>
                </a:lnTo>
                <a:lnTo>
                  <a:pt x="4455742" y="155676"/>
                </a:lnTo>
                <a:lnTo>
                  <a:pt x="4431873" y="310667"/>
                </a:lnTo>
                <a:lnTo>
                  <a:pt x="4408509" y="466344"/>
                </a:lnTo>
                <a:lnTo>
                  <a:pt x="4388506" y="622706"/>
                </a:lnTo>
                <a:lnTo>
                  <a:pt x="4368335" y="778383"/>
                </a:lnTo>
                <a:lnTo>
                  <a:pt x="4349509" y="934745"/>
                </a:lnTo>
                <a:lnTo>
                  <a:pt x="4333373" y="1089050"/>
                </a:lnTo>
                <a:lnTo>
                  <a:pt x="4318077" y="1245413"/>
                </a:lnTo>
                <a:lnTo>
                  <a:pt x="4304125" y="1401089"/>
                </a:lnTo>
                <a:lnTo>
                  <a:pt x="4292023" y="1554023"/>
                </a:lnTo>
                <a:lnTo>
                  <a:pt x="4279920" y="1709013"/>
                </a:lnTo>
                <a:lnTo>
                  <a:pt x="4269835" y="1861947"/>
                </a:lnTo>
                <a:lnTo>
                  <a:pt x="4261935" y="2014880"/>
                </a:lnTo>
                <a:lnTo>
                  <a:pt x="4253698" y="2167128"/>
                </a:lnTo>
                <a:lnTo>
                  <a:pt x="4246807" y="2318004"/>
                </a:lnTo>
                <a:lnTo>
                  <a:pt x="4241932" y="2467508"/>
                </a:lnTo>
                <a:lnTo>
                  <a:pt x="4237730" y="2617013"/>
                </a:lnTo>
                <a:lnTo>
                  <a:pt x="4233696" y="2765145"/>
                </a:lnTo>
                <a:lnTo>
                  <a:pt x="4231847" y="2911221"/>
                </a:lnTo>
                <a:lnTo>
                  <a:pt x="4229830" y="3057296"/>
                </a:lnTo>
                <a:lnTo>
                  <a:pt x="4228821" y="3201314"/>
                </a:lnTo>
                <a:lnTo>
                  <a:pt x="4229830" y="3343960"/>
                </a:lnTo>
                <a:lnTo>
                  <a:pt x="4229830" y="3485235"/>
                </a:lnTo>
                <a:lnTo>
                  <a:pt x="4231847" y="3625138"/>
                </a:lnTo>
                <a:lnTo>
                  <a:pt x="4234872" y="3762298"/>
                </a:lnTo>
                <a:lnTo>
                  <a:pt x="4237730" y="3898087"/>
                </a:lnTo>
                <a:lnTo>
                  <a:pt x="4240924" y="4031132"/>
                </a:lnTo>
                <a:lnTo>
                  <a:pt x="4245798" y="4163491"/>
                </a:lnTo>
                <a:lnTo>
                  <a:pt x="4251009" y="4293793"/>
                </a:lnTo>
                <a:lnTo>
                  <a:pt x="4255715" y="4421352"/>
                </a:lnTo>
                <a:lnTo>
                  <a:pt x="4268995" y="4670298"/>
                </a:lnTo>
                <a:lnTo>
                  <a:pt x="4283114" y="4908956"/>
                </a:lnTo>
                <a:lnTo>
                  <a:pt x="4297906" y="5138013"/>
                </a:lnTo>
                <a:lnTo>
                  <a:pt x="4314211" y="5354726"/>
                </a:lnTo>
                <a:lnTo>
                  <a:pt x="4331188" y="5561838"/>
                </a:lnTo>
                <a:lnTo>
                  <a:pt x="4349509" y="5753862"/>
                </a:lnTo>
                <a:lnTo>
                  <a:pt x="4367495" y="5934227"/>
                </a:lnTo>
                <a:lnTo>
                  <a:pt x="4385480" y="6100191"/>
                </a:lnTo>
                <a:lnTo>
                  <a:pt x="4402457" y="6252438"/>
                </a:lnTo>
                <a:lnTo>
                  <a:pt x="4418594" y="6387541"/>
                </a:lnTo>
                <a:lnTo>
                  <a:pt x="4433890" y="6509613"/>
                </a:lnTo>
                <a:lnTo>
                  <a:pt x="4446665" y="6612483"/>
                </a:lnTo>
                <a:lnTo>
                  <a:pt x="4458767" y="6698894"/>
                </a:lnTo>
                <a:lnTo>
                  <a:pt x="4476081" y="6817538"/>
                </a:lnTo>
                <a:lnTo>
                  <a:pt x="4481964" y="6858000"/>
                </a:lnTo>
                <a:lnTo>
                  <a:pt x="3577807" y="6858000"/>
                </a:lnTo>
                <a:lnTo>
                  <a:pt x="3577807" y="6858000"/>
                </a:lnTo>
                <a:lnTo>
                  <a:pt x="0" y="6858000"/>
                </a:lnTo>
                <a:lnTo>
                  <a:pt x="0" y="0"/>
                </a:lnTo>
                <a:lnTo>
                  <a:pt x="313724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0817A52-B891-4228-A61E-0C0A57632D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FI"/>
          </a:p>
        </p:txBody>
      </p:sp>
      <p:pic>
        <p:nvPicPr>
          <p:cNvPr id="6" name="Graphic 5" descr="Smiling Face with No Fill">
            <a:extLst>
              <a:ext uri="{FF2B5EF4-FFF2-40B4-BE49-F238E27FC236}">
                <a16:creationId xmlns:a16="http://schemas.microsoft.com/office/drawing/2014/main" id="{AF9C687E-44FB-302C-5C01-48AD14294A4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5430" y="2441986"/>
            <a:ext cx="2202627" cy="2202627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637881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F9C9D"/>
      </a:accent5>
      <a:accent6>
        <a:srgbClr val="9E5E9B"/>
      </a:accent6>
      <a:hlink>
        <a:srgbClr val="58C1BA"/>
      </a:hlink>
      <a:folHlink>
        <a:srgbClr val="9DD0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811</TotalTime>
  <Words>102</Words>
  <Application>Microsoft Office PowerPoint</Application>
  <PresentationFormat>On-screen Show (4:3)</PresentationFormat>
  <Paragraphs>24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Century Gothic</vt:lpstr>
      <vt:lpstr>Wingdings 3</vt:lpstr>
      <vt:lpstr>Ion</vt:lpstr>
      <vt:lpstr>Smart Recruitment Assistant A self-learning, AI-powered hiring system </vt:lpstr>
      <vt:lpstr>The idea</vt:lpstr>
      <vt:lpstr>How it works</vt:lpstr>
      <vt:lpstr>Learns &amp; Improves</vt:lpstr>
      <vt:lpstr>Key value</vt:lpstr>
      <vt:lpstr>Thank you for your attention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User</dc:creator>
  <cp:keywords/>
  <dc:description>generated using python-pptx</dc:description>
  <cp:lastModifiedBy>Ngoc Sang Ngo</cp:lastModifiedBy>
  <cp:revision>35</cp:revision>
  <dcterms:created xsi:type="dcterms:W3CDTF">2013-01-27T09:14:16Z</dcterms:created>
  <dcterms:modified xsi:type="dcterms:W3CDTF">2026-02-27T16:17:05Z</dcterms:modified>
  <cp:category/>
</cp:coreProperties>
</file>