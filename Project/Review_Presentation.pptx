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8" r:id="rId3"/>
    <p:sldId id="263" r:id="rId4"/>
    <p:sldId id="266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CD79D8-CDD2-475B-8CD2-C5D9E8A40DB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F9026B6-6845-4681-81D1-9F3E942BA20F}">
      <dgm:prSet/>
      <dgm:spPr/>
      <dgm:t>
        <a:bodyPr/>
        <a:lstStyle/>
        <a:p>
          <a:r>
            <a:rPr lang="en-FI" b="0" i="0" baseline="0"/>
            <a:t>Faster candidate screening</a:t>
          </a:r>
          <a:endParaRPr lang="en-US"/>
        </a:p>
      </dgm:t>
    </dgm:pt>
    <dgm:pt modelId="{1C42C3F3-729D-4028-94D2-76807695EA28}" type="parTrans" cxnId="{3DDB2C53-F6E0-45EE-963B-D67C1AA23A0B}">
      <dgm:prSet/>
      <dgm:spPr/>
      <dgm:t>
        <a:bodyPr/>
        <a:lstStyle/>
        <a:p>
          <a:endParaRPr lang="en-US"/>
        </a:p>
      </dgm:t>
    </dgm:pt>
    <dgm:pt modelId="{E61EE82B-C651-4C4B-A68D-06D44F7F9037}" type="sibTrans" cxnId="{3DDB2C53-F6E0-45EE-963B-D67C1AA23A0B}">
      <dgm:prSet/>
      <dgm:spPr/>
      <dgm:t>
        <a:bodyPr/>
        <a:lstStyle/>
        <a:p>
          <a:endParaRPr lang="en-US"/>
        </a:p>
      </dgm:t>
    </dgm:pt>
    <dgm:pt modelId="{8E53BBBF-378C-4794-98BD-B582996D578A}">
      <dgm:prSet/>
      <dgm:spPr/>
      <dgm:t>
        <a:bodyPr/>
        <a:lstStyle/>
        <a:p>
          <a:r>
            <a:rPr lang="en-FI" b="0" i="0" baseline="0"/>
            <a:t>Smarter AI-based matching</a:t>
          </a:r>
          <a:endParaRPr lang="en-US"/>
        </a:p>
      </dgm:t>
    </dgm:pt>
    <dgm:pt modelId="{8CC32854-453D-4B1D-B3EC-39A5937B16D5}" type="parTrans" cxnId="{145009B3-C49E-4A56-9F89-1336FDF36344}">
      <dgm:prSet/>
      <dgm:spPr/>
      <dgm:t>
        <a:bodyPr/>
        <a:lstStyle/>
        <a:p>
          <a:endParaRPr lang="en-US"/>
        </a:p>
      </dgm:t>
    </dgm:pt>
    <dgm:pt modelId="{CEBF8697-9A3A-40AB-89BC-A38D9E9EEB2D}" type="sibTrans" cxnId="{145009B3-C49E-4A56-9F89-1336FDF36344}">
      <dgm:prSet/>
      <dgm:spPr/>
      <dgm:t>
        <a:bodyPr/>
        <a:lstStyle/>
        <a:p>
          <a:endParaRPr lang="en-US"/>
        </a:p>
      </dgm:t>
    </dgm:pt>
    <dgm:pt modelId="{E17CD133-641A-46E0-8775-8BE2D3BD2413}">
      <dgm:prSet/>
      <dgm:spPr/>
      <dgm:t>
        <a:bodyPr/>
        <a:lstStyle/>
        <a:p>
          <a:r>
            <a:rPr lang="en-FI" b="0" i="0" baseline="0"/>
            <a:t>Transparent, explainable results</a:t>
          </a:r>
          <a:endParaRPr lang="en-US"/>
        </a:p>
      </dgm:t>
    </dgm:pt>
    <dgm:pt modelId="{C31D41DA-09FC-4BB1-A610-B604246FD776}" type="parTrans" cxnId="{2F2D35E1-CDF4-48FF-A618-D50A50E8A9CA}">
      <dgm:prSet/>
      <dgm:spPr/>
      <dgm:t>
        <a:bodyPr/>
        <a:lstStyle/>
        <a:p>
          <a:endParaRPr lang="en-US"/>
        </a:p>
      </dgm:t>
    </dgm:pt>
    <dgm:pt modelId="{FC620537-87D9-4F84-807E-9A1B77F1206C}" type="sibTrans" cxnId="{2F2D35E1-CDF4-48FF-A618-D50A50E8A9CA}">
      <dgm:prSet/>
      <dgm:spPr/>
      <dgm:t>
        <a:bodyPr/>
        <a:lstStyle/>
        <a:p>
          <a:endParaRPr lang="en-US"/>
        </a:p>
      </dgm:t>
    </dgm:pt>
    <dgm:pt modelId="{464DB248-E0FF-407E-B31D-1BEAE6AB4FDE}">
      <dgm:prSet/>
      <dgm:spPr/>
      <dgm:t>
        <a:bodyPr/>
        <a:lstStyle/>
        <a:p>
          <a:r>
            <a:rPr lang="en-FI" b="0" i="0" baseline="0"/>
            <a:t>Simple and user-friendly experience</a:t>
          </a:r>
          <a:endParaRPr lang="en-US"/>
        </a:p>
      </dgm:t>
    </dgm:pt>
    <dgm:pt modelId="{F53FDC71-5694-4814-A838-E30562768249}" type="parTrans" cxnId="{7EF5F345-AB10-40B2-83CD-E173DF119475}">
      <dgm:prSet/>
      <dgm:spPr/>
      <dgm:t>
        <a:bodyPr/>
        <a:lstStyle/>
        <a:p>
          <a:endParaRPr lang="en-US"/>
        </a:p>
      </dgm:t>
    </dgm:pt>
    <dgm:pt modelId="{B4C2F788-0357-48C1-97DF-D5828CDDB835}" type="sibTrans" cxnId="{7EF5F345-AB10-40B2-83CD-E173DF119475}">
      <dgm:prSet/>
      <dgm:spPr/>
      <dgm:t>
        <a:bodyPr/>
        <a:lstStyle/>
        <a:p>
          <a:endParaRPr lang="en-US"/>
        </a:p>
      </dgm:t>
    </dgm:pt>
    <dgm:pt modelId="{80AEA391-B40A-4255-B78C-9F92691A7F55}" type="pres">
      <dgm:prSet presAssocID="{BECD79D8-CDD2-475B-8CD2-C5D9E8A40DB0}" presName="root" presStyleCnt="0">
        <dgm:presLayoutVars>
          <dgm:dir/>
          <dgm:resizeHandles val="exact"/>
        </dgm:presLayoutVars>
      </dgm:prSet>
      <dgm:spPr/>
    </dgm:pt>
    <dgm:pt modelId="{47485655-F6FF-4F2D-BDB1-58211C430541}" type="pres">
      <dgm:prSet presAssocID="{1F9026B6-6845-4681-81D1-9F3E942BA20F}" presName="compNode" presStyleCnt="0"/>
      <dgm:spPr/>
    </dgm:pt>
    <dgm:pt modelId="{3BA7421A-DB8F-4508-AA10-BB1283439047}" type="pres">
      <dgm:prSet presAssocID="{1F9026B6-6845-4681-81D1-9F3E942BA2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78DF91D-64E8-4D28-9B4F-84CCF4C8C6DF}" type="pres">
      <dgm:prSet presAssocID="{1F9026B6-6845-4681-81D1-9F3E942BA20F}" presName="spaceRect" presStyleCnt="0"/>
      <dgm:spPr/>
    </dgm:pt>
    <dgm:pt modelId="{10C48809-CC0B-4343-BACD-85295CDC793B}" type="pres">
      <dgm:prSet presAssocID="{1F9026B6-6845-4681-81D1-9F3E942BA20F}" presName="textRect" presStyleLbl="revTx" presStyleIdx="0" presStyleCnt="4">
        <dgm:presLayoutVars>
          <dgm:chMax val="1"/>
          <dgm:chPref val="1"/>
        </dgm:presLayoutVars>
      </dgm:prSet>
      <dgm:spPr/>
    </dgm:pt>
    <dgm:pt modelId="{188667A6-942F-4C5A-B511-3C8F7864D87B}" type="pres">
      <dgm:prSet presAssocID="{E61EE82B-C651-4C4B-A68D-06D44F7F9037}" presName="sibTrans" presStyleCnt="0"/>
      <dgm:spPr/>
    </dgm:pt>
    <dgm:pt modelId="{CDD6899A-BFE4-43BB-AE2D-2285B913470F}" type="pres">
      <dgm:prSet presAssocID="{8E53BBBF-378C-4794-98BD-B582996D578A}" presName="compNode" presStyleCnt="0"/>
      <dgm:spPr/>
    </dgm:pt>
    <dgm:pt modelId="{D9610CD8-02C5-4BD1-AC9E-6235315A4066}" type="pres">
      <dgm:prSet presAssocID="{8E53BBBF-378C-4794-98BD-B582996D57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D42CB5-05AB-43B0-B609-E5CAA8829EC4}" type="pres">
      <dgm:prSet presAssocID="{8E53BBBF-378C-4794-98BD-B582996D578A}" presName="spaceRect" presStyleCnt="0"/>
      <dgm:spPr/>
    </dgm:pt>
    <dgm:pt modelId="{72790072-50CD-432E-A8EB-DC2350F51910}" type="pres">
      <dgm:prSet presAssocID="{8E53BBBF-378C-4794-98BD-B582996D578A}" presName="textRect" presStyleLbl="revTx" presStyleIdx="1" presStyleCnt="4">
        <dgm:presLayoutVars>
          <dgm:chMax val="1"/>
          <dgm:chPref val="1"/>
        </dgm:presLayoutVars>
      </dgm:prSet>
      <dgm:spPr/>
    </dgm:pt>
    <dgm:pt modelId="{64727F84-21B1-4B2C-9020-BF9C118B0005}" type="pres">
      <dgm:prSet presAssocID="{CEBF8697-9A3A-40AB-89BC-A38D9E9EEB2D}" presName="sibTrans" presStyleCnt="0"/>
      <dgm:spPr/>
    </dgm:pt>
    <dgm:pt modelId="{0A04266B-3D22-4B9F-BE8C-9400C4C54313}" type="pres">
      <dgm:prSet presAssocID="{E17CD133-641A-46E0-8775-8BE2D3BD2413}" presName="compNode" presStyleCnt="0"/>
      <dgm:spPr/>
    </dgm:pt>
    <dgm:pt modelId="{E9067F10-1936-4CBA-AF5E-FB10E8E81CB0}" type="pres">
      <dgm:prSet presAssocID="{E17CD133-641A-46E0-8775-8BE2D3BD241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93D3DFB8-511C-4F65-A703-611824E4C2CD}" type="pres">
      <dgm:prSet presAssocID="{E17CD133-641A-46E0-8775-8BE2D3BD2413}" presName="spaceRect" presStyleCnt="0"/>
      <dgm:spPr/>
    </dgm:pt>
    <dgm:pt modelId="{6F8CDC0F-F80B-4A5B-9FC5-B1A578EDBA9F}" type="pres">
      <dgm:prSet presAssocID="{E17CD133-641A-46E0-8775-8BE2D3BD2413}" presName="textRect" presStyleLbl="revTx" presStyleIdx="2" presStyleCnt="4">
        <dgm:presLayoutVars>
          <dgm:chMax val="1"/>
          <dgm:chPref val="1"/>
        </dgm:presLayoutVars>
      </dgm:prSet>
      <dgm:spPr/>
    </dgm:pt>
    <dgm:pt modelId="{0AE1A487-0145-4F97-AD20-966BF35547C1}" type="pres">
      <dgm:prSet presAssocID="{FC620537-87D9-4F84-807E-9A1B77F1206C}" presName="sibTrans" presStyleCnt="0"/>
      <dgm:spPr/>
    </dgm:pt>
    <dgm:pt modelId="{3245768B-4716-4587-A539-04F3B3769475}" type="pres">
      <dgm:prSet presAssocID="{464DB248-E0FF-407E-B31D-1BEAE6AB4FDE}" presName="compNode" presStyleCnt="0"/>
      <dgm:spPr/>
    </dgm:pt>
    <dgm:pt modelId="{F27D483B-1856-4F5C-9B8A-0D10730C5B95}" type="pres">
      <dgm:prSet presAssocID="{464DB248-E0FF-407E-B31D-1BEAE6AB4F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6ADE7AB-7CC2-46D3-8590-D268B0D34172}" type="pres">
      <dgm:prSet presAssocID="{464DB248-E0FF-407E-B31D-1BEAE6AB4FDE}" presName="spaceRect" presStyleCnt="0"/>
      <dgm:spPr/>
    </dgm:pt>
    <dgm:pt modelId="{0298E9B5-FDCB-4C48-BD60-DCFAADB34A53}" type="pres">
      <dgm:prSet presAssocID="{464DB248-E0FF-407E-B31D-1BEAE6AB4FD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062A1C-A1A5-4706-A976-C0ACE936EC90}" type="presOf" srcId="{BECD79D8-CDD2-475B-8CD2-C5D9E8A40DB0}" destId="{80AEA391-B40A-4255-B78C-9F92691A7F55}" srcOrd="0" destOrd="0" presId="urn:microsoft.com/office/officeart/2018/2/layout/IconLabelList"/>
    <dgm:cxn modelId="{B480D65E-EE01-4822-AB7E-4970E42C8AC7}" type="presOf" srcId="{464DB248-E0FF-407E-B31D-1BEAE6AB4FDE}" destId="{0298E9B5-FDCB-4C48-BD60-DCFAADB34A53}" srcOrd="0" destOrd="0" presId="urn:microsoft.com/office/officeart/2018/2/layout/IconLabelList"/>
    <dgm:cxn modelId="{0348F642-2C10-486E-A8E9-0EE073183EA9}" type="presOf" srcId="{8E53BBBF-378C-4794-98BD-B582996D578A}" destId="{72790072-50CD-432E-A8EB-DC2350F51910}" srcOrd="0" destOrd="0" presId="urn:microsoft.com/office/officeart/2018/2/layout/IconLabelList"/>
    <dgm:cxn modelId="{7EF5F345-AB10-40B2-83CD-E173DF119475}" srcId="{BECD79D8-CDD2-475B-8CD2-C5D9E8A40DB0}" destId="{464DB248-E0FF-407E-B31D-1BEAE6AB4FDE}" srcOrd="3" destOrd="0" parTransId="{F53FDC71-5694-4814-A838-E30562768249}" sibTransId="{B4C2F788-0357-48C1-97DF-D5828CDDB835}"/>
    <dgm:cxn modelId="{3DDB2C53-F6E0-45EE-963B-D67C1AA23A0B}" srcId="{BECD79D8-CDD2-475B-8CD2-C5D9E8A40DB0}" destId="{1F9026B6-6845-4681-81D1-9F3E942BA20F}" srcOrd="0" destOrd="0" parTransId="{1C42C3F3-729D-4028-94D2-76807695EA28}" sibTransId="{E61EE82B-C651-4C4B-A68D-06D44F7F9037}"/>
    <dgm:cxn modelId="{145009B3-C49E-4A56-9F89-1336FDF36344}" srcId="{BECD79D8-CDD2-475B-8CD2-C5D9E8A40DB0}" destId="{8E53BBBF-378C-4794-98BD-B582996D578A}" srcOrd="1" destOrd="0" parTransId="{8CC32854-453D-4B1D-B3EC-39A5937B16D5}" sibTransId="{CEBF8697-9A3A-40AB-89BC-A38D9E9EEB2D}"/>
    <dgm:cxn modelId="{E5B6F4DD-A11C-431D-B1F3-8E529382D72E}" type="presOf" srcId="{E17CD133-641A-46E0-8775-8BE2D3BD2413}" destId="{6F8CDC0F-F80B-4A5B-9FC5-B1A578EDBA9F}" srcOrd="0" destOrd="0" presId="urn:microsoft.com/office/officeart/2018/2/layout/IconLabelList"/>
    <dgm:cxn modelId="{2F2D35E1-CDF4-48FF-A618-D50A50E8A9CA}" srcId="{BECD79D8-CDD2-475B-8CD2-C5D9E8A40DB0}" destId="{E17CD133-641A-46E0-8775-8BE2D3BD2413}" srcOrd="2" destOrd="0" parTransId="{C31D41DA-09FC-4BB1-A610-B604246FD776}" sibTransId="{FC620537-87D9-4F84-807E-9A1B77F1206C}"/>
    <dgm:cxn modelId="{3F8E37FA-3EB1-45D9-9D68-AAC7A8F559CF}" type="presOf" srcId="{1F9026B6-6845-4681-81D1-9F3E942BA20F}" destId="{10C48809-CC0B-4343-BACD-85295CDC793B}" srcOrd="0" destOrd="0" presId="urn:microsoft.com/office/officeart/2018/2/layout/IconLabelList"/>
    <dgm:cxn modelId="{848B7989-07DA-4ACD-9020-1ACA2C97EBA2}" type="presParOf" srcId="{80AEA391-B40A-4255-B78C-9F92691A7F55}" destId="{47485655-F6FF-4F2D-BDB1-58211C430541}" srcOrd="0" destOrd="0" presId="urn:microsoft.com/office/officeart/2018/2/layout/IconLabelList"/>
    <dgm:cxn modelId="{048F4222-B50A-4C78-ABDC-5F2891828199}" type="presParOf" srcId="{47485655-F6FF-4F2D-BDB1-58211C430541}" destId="{3BA7421A-DB8F-4508-AA10-BB1283439047}" srcOrd="0" destOrd="0" presId="urn:microsoft.com/office/officeart/2018/2/layout/IconLabelList"/>
    <dgm:cxn modelId="{D79005A5-FCD3-4FB5-81FC-8BA9061233BB}" type="presParOf" srcId="{47485655-F6FF-4F2D-BDB1-58211C430541}" destId="{A78DF91D-64E8-4D28-9B4F-84CCF4C8C6DF}" srcOrd="1" destOrd="0" presId="urn:microsoft.com/office/officeart/2018/2/layout/IconLabelList"/>
    <dgm:cxn modelId="{52BC516D-C053-439D-90B8-6C0A25C14C6B}" type="presParOf" srcId="{47485655-F6FF-4F2D-BDB1-58211C430541}" destId="{10C48809-CC0B-4343-BACD-85295CDC793B}" srcOrd="2" destOrd="0" presId="urn:microsoft.com/office/officeart/2018/2/layout/IconLabelList"/>
    <dgm:cxn modelId="{4801052F-3366-422A-99C9-8748E0A19825}" type="presParOf" srcId="{80AEA391-B40A-4255-B78C-9F92691A7F55}" destId="{188667A6-942F-4C5A-B511-3C8F7864D87B}" srcOrd="1" destOrd="0" presId="urn:microsoft.com/office/officeart/2018/2/layout/IconLabelList"/>
    <dgm:cxn modelId="{CEC9432D-785C-4A0C-88F6-052D3CE29D53}" type="presParOf" srcId="{80AEA391-B40A-4255-B78C-9F92691A7F55}" destId="{CDD6899A-BFE4-43BB-AE2D-2285B913470F}" srcOrd="2" destOrd="0" presId="urn:microsoft.com/office/officeart/2018/2/layout/IconLabelList"/>
    <dgm:cxn modelId="{8A1FA098-F277-4D8A-8E20-2805632BC61F}" type="presParOf" srcId="{CDD6899A-BFE4-43BB-AE2D-2285B913470F}" destId="{D9610CD8-02C5-4BD1-AC9E-6235315A4066}" srcOrd="0" destOrd="0" presId="urn:microsoft.com/office/officeart/2018/2/layout/IconLabelList"/>
    <dgm:cxn modelId="{360DDC07-825C-4D86-848D-ECEF3C6EAB65}" type="presParOf" srcId="{CDD6899A-BFE4-43BB-AE2D-2285B913470F}" destId="{FBD42CB5-05AB-43B0-B609-E5CAA8829EC4}" srcOrd="1" destOrd="0" presId="urn:microsoft.com/office/officeart/2018/2/layout/IconLabelList"/>
    <dgm:cxn modelId="{6501CA72-6E2A-4026-8142-57309EBACD8D}" type="presParOf" srcId="{CDD6899A-BFE4-43BB-AE2D-2285B913470F}" destId="{72790072-50CD-432E-A8EB-DC2350F51910}" srcOrd="2" destOrd="0" presId="urn:microsoft.com/office/officeart/2018/2/layout/IconLabelList"/>
    <dgm:cxn modelId="{A54D8C10-70B5-4ADB-B5E2-06C3CFE2B7EA}" type="presParOf" srcId="{80AEA391-B40A-4255-B78C-9F92691A7F55}" destId="{64727F84-21B1-4B2C-9020-BF9C118B0005}" srcOrd="3" destOrd="0" presId="urn:microsoft.com/office/officeart/2018/2/layout/IconLabelList"/>
    <dgm:cxn modelId="{5D48DCB5-B281-4F88-B579-17ADEB4E916A}" type="presParOf" srcId="{80AEA391-B40A-4255-B78C-9F92691A7F55}" destId="{0A04266B-3D22-4B9F-BE8C-9400C4C54313}" srcOrd="4" destOrd="0" presId="urn:microsoft.com/office/officeart/2018/2/layout/IconLabelList"/>
    <dgm:cxn modelId="{B975367F-664D-4E12-8D30-EF939EE41309}" type="presParOf" srcId="{0A04266B-3D22-4B9F-BE8C-9400C4C54313}" destId="{E9067F10-1936-4CBA-AF5E-FB10E8E81CB0}" srcOrd="0" destOrd="0" presId="urn:microsoft.com/office/officeart/2018/2/layout/IconLabelList"/>
    <dgm:cxn modelId="{17195283-379C-4170-90CF-A7F2E80441BE}" type="presParOf" srcId="{0A04266B-3D22-4B9F-BE8C-9400C4C54313}" destId="{93D3DFB8-511C-4F65-A703-611824E4C2CD}" srcOrd="1" destOrd="0" presId="urn:microsoft.com/office/officeart/2018/2/layout/IconLabelList"/>
    <dgm:cxn modelId="{29DC5E85-A96C-475F-B841-C8D0A111C4D9}" type="presParOf" srcId="{0A04266B-3D22-4B9F-BE8C-9400C4C54313}" destId="{6F8CDC0F-F80B-4A5B-9FC5-B1A578EDBA9F}" srcOrd="2" destOrd="0" presId="urn:microsoft.com/office/officeart/2018/2/layout/IconLabelList"/>
    <dgm:cxn modelId="{13B3B55E-F314-417E-9190-8D4233A60190}" type="presParOf" srcId="{80AEA391-B40A-4255-B78C-9F92691A7F55}" destId="{0AE1A487-0145-4F97-AD20-966BF35547C1}" srcOrd="5" destOrd="0" presId="urn:microsoft.com/office/officeart/2018/2/layout/IconLabelList"/>
    <dgm:cxn modelId="{3C127CF5-D6DC-473B-A32E-FAD0829060D9}" type="presParOf" srcId="{80AEA391-B40A-4255-B78C-9F92691A7F55}" destId="{3245768B-4716-4587-A539-04F3B3769475}" srcOrd="6" destOrd="0" presId="urn:microsoft.com/office/officeart/2018/2/layout/IconLabelList"/>
    <dgm:cxn modelId="{F8C412D3-43EC-467A-BA9D-97A36740F9F1}" type="presParOf" srcId="{3245768B-4716-4587-A539-04F3B3769475}" destId="{F27D483B-1856-4F5C-9B8A-0D10730C5B95}" srcOrd="0" destOrd="0" presId="urn:microsoft.com/office/officeart/2018/2/layout/IconLabelList"/>
    <dgm:cxn modelId="{B09BA854-2AC3-4936-9F06-48CD6A7E2D36}" type="presParOf" srcId="{3245768B-4716-4587-A539-04F3B3769475}" destId="{46ADE7AB-7CC2-46D3-8590-D268B0D34172}" srcOrd="1" destOrd="0" presId="urn:microsoft.com/office/officeart/2018/2/layout/IconLabelList"/>
    <dgm:cxn modelId="{BB365AB6-C4DF-49FA-AC5B-C4AC8622402C}" type="presParOf" srcId="{3245768B-4716-4587-A539-04F3B3769475}" destId="{0298E9B5-FDCB-4C48-BD60-DCFAADB34A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7421A-DB8F-4508-AA10-BB1283439047}">
      <dsp:nvSpPr>
        <dsp:cNvPr id="0" name=""/>
        <dsp:cNvSpPr/>
      </dsp:nvSpPr>
      <dsp:spPr>
        <a:xfrm>
          <a:off x="50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48809-CC0B-4343-BACD-85295CDC793B}">
      <dsp:nvSpPr>
        <dsp:cNvPr id="0" name=""/>
        <dsp:cNvSpPr/>
      </dsp:nvSpPr>
      <dsp:spPr>
        <a:xfrm>
          <a:off x="1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700" b="0" i="0" kern="1200" baseline="0"/>
            <a:t>Faster candidate screening</a:t>
          </a:r>
          <a:endParaRPr lang="en-US" sz="1700" kern="1200"/>
        </a:p>
      </dsp:txBody>
      <dsp:txXfrm>
        <a:off x="13264" y="1882179"/>
        <a:ext cx="1800000" cy="720000"/>
      </dsp:txXfrm>
    </dsp:sp>
    <dsp:sp modelId="{D9610CD8-02C5-4BD1-AC9E-6235315A4066}">
      <dsp:nvSpPr>
        <dsp:cNvPr id="0" name=""/>
        <dsp:cNvSpPr/>
      </dsp:nvSpPr>
      <dsp:spPr>
        <a:xfrm>
          <a:off x="262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90072-50CD-432E-A8EB-DC2350F51910}">
      <dsp:nvSpPr>
        <dsp:cNvPr id="0" name=""/>
        <dsp:cNvSpPr/>
      </dsp:nvSpPr>
      <dsp:spPr>
        <a:xfrm>
          <a:off x="212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700" b="0" i="0" kern="1200" baseline="0"/>
            <a:t>Smarter AI-based matching</a:t>
          </a:r>
          <a:endParaRPr lang="en-US" sz="1700" kern="1200"/>
        </a:p>
      </dsp:txBody>
      <dsp:txXfrm>
        <a:off x="2128264" y="1882179"/>
        <a:ext cx="1800000" cy="720000"/>
      </dsp:txXfrm>
    </dsp:sp>
    <dsp:sp modelId="{E9067F10-1936-4CBA-AF5E-FB10E8E81CB0}">
      <dsp:nvSpPr>
        <dsp:cNvPr id="0" name=""/>
        <dsp:cNvSpPr/>
      </dsp:nvSpPr>
      <dsp:spPr>
        <a:xfrm>
          <a:off x="4738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CDC0F-F80B-4A5B-9FC5-B1A578EDBA9F}">
      <dsp:nvSpPr>
        <dsp:cNvPr id="0" name=""/>
        <dsp:cNvSpPr/>
      </dsp:nvSpPr>
      <dsp:spPr>
        <a:xfrm>
          <a:off x="4243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700" b="0" i="0" kern="1200" baseline="0"/>
            <a:t>Transparent, explainable results</a:t>
          </a:r>
          <a:endParaRPr lang="en-US" sz="1700" kern="1200"/>
        </a:p>
      </dsp:txBody>
      <dsp:txXfrm>
        <a:off x="4243264" y="1882179"/>
        <a:ext cx="1800000" cy="720000"/>
      </dsp:txXfrm>
    </dsp:sp>
    <dsp:sp modelId="{F27D483B-1856-4F5C-9B8A-0D10730C5B95}">
      <dsp:nvSpPr>
        <dsp:cNvPr id="0" name=""/>
        <dsp:cNvSpPr/>
      </dsp:nvSpPr>
      <dsp:spPr>
        <a:xfrm>
          <a:off x="6853264" y="80209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8E9B5-FDCB-4C48-BD60-DCFAADB34A53}">
      <dsp:nvSpPr>
        <dsp:cNvPr id="0" name=""/>
        <dsp:cNvSpPr/>
      </dsp:nvSpPr>
      <dsp:spPr>
        <a:xfrm>
          <a:off x="6358264" y="188217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FI" sz="1700" b="0" i="0" kern="1200" baseline="0"/>
            <a:t>Simple and user-friendly experience</a:t>
          </a:r>
          <a:endParaRPr lang="en-US" sz="1700" kern="1200"/>
        </a:p>
      </dsp:txBody>
      <dsp:txXfrm>
        <a:off x="6358264" y="1882179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0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5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1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9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6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5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1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7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5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4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54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924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9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9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92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9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1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12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niature airplane">
            <a:extLst>
              <a:ext uri="{FF2B5EF4-FFF2-40B4-BE49-F238E27FC236}">
                <a16:creationId xmlns:a16="http://schemas.microsoft.com/office/drawing/2014/main" id="{1D430911-A92E-DF21-A908-B40BB84124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9278" r="172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6619243" cy="3329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300" b="1" dirty="0"/>
              <a:t>Smart Recruitment Assistant</a:t>
            </a:r>
            <a:br>
              <a:rPr lang="en-US" sz="3300" dirty="0"/>
            </a:br>
            <a:endParaRPr lang="en-US" sz="67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904488"/>
            <a:ext cx="6619243" cy="1734312"/>
          </a:xfrm>
        </p:spPr>
        <p:txBody>
          <a:bodyPr vert="horz" lIns="91440" tIns="45720" rIns="91440" bIns="45720" rtlCol="0">
            <a:normAutofit/>
          </a:bodyPr>
          <a:lstStyle/>
          <a:p>
            <a:pPr defTabSz="4572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By UKKO</a:t>
            </a:r>
          </a:p>
          <a:p>
            <a:pPr defTabSz="457200"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HELMI </a:t>
            </a:r>
          </a:p>
          <a:p>
            <a:pPr defTabSz="45720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4641143" cy="10075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idea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806263F-7D29-05CB-4852-DD4013F082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0888" y="1752600"/>
            <a:ext cx="4641142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dirty="0"/>
              <a:t>During my internship, I worked on a recruitment support website.</a:t>
            </a:r>
          </a:p>
          <a:p>
            <a:pPr marL="0" indent="0">
              <a:buNone/>
            </a:pPr>
            <a:r>
              <a:rPr lang="en-US" dirty="0"/>
              <a:t>The goal was to:</a:t>
            </a:r>
          </a:p>
          <a:p>
            <a:pPr marL="0" indent="0">
              <a:buNone/>
            </a:pPr>
            <a:endParaRPr lang="en-US" dirty="0"/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dirty="0"/>
              <a:t> Help recruiters search candidates</a:t>
            </a:r>
          </a:p>
          <a:p>
            <a:pPr marL="0" lv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FI" dirty="0">
                <a:solidFill>
                  <a:srgbClr val="FFFFFF"/>
                </a:solidFill>
              </a:rPr>
              <a:t> </a:t>
            </a:r>
            <a:r>
              <a:rPr lang="en-US" dirty="0"/>
              <a:t>Make filtering easier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altLang="en-FI" dirty="0">
                <a:solidFill>
                  <a:srgbClr val="FFFFFF"/>
                </a:solidFill>
              </a:rPr>
              <a:t> </a:t>
            </a:r>
            <a:r>
              <a:rPr lang="en-US" dirty="0"/>
              <a:t>Improve user experience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FI" dirty="0">
              <a:solidFill>
                <a:srgbClr val="FFFFFF"/>
              </a:solidFill>
            </a:endParaRPr>
          </a:p>
        </p:txBody>
      </p:sp>
      <p:sp>
        <p:nvSpPr>
          <p:cNvPr id="3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pointing on a map">
            <a:extLst>
              <a:ext uri="{FF2B5EF4-FFF2-40B4-BE49-F238E27FC236}">
                <a16:creationId xmlns:a16="http://schemas.microsoft.com/office/drawing/2014/main" id="{E3AC7B28-2176-C11B-FE03-D2F98290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75" r="38593" b="-2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FI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it works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2C6012-5F98-FA36-82B0-5D82BC91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895" y="804671"/>
            <a:ext cx="4799948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/>
              <a:t>Converts queries &amp; profiles into vector embeddings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/>
              <a:t>Performs semantic search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/>
              <a:t>Ranks candidates by similarity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998CF-94BF-11BA-678B-C1155C49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7D041-0FF4-7342-D671-29C64C32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Learns &amp; Improves</a:t>
            </a:r>
            <a:endParaRPr lang="en-FI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08BEE14-6AE9-EADF-EBA9-CC9B597D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lang="en-US" dirty="0"/>
              <a:t>Adapts based on recruiter feedback</a:t>
            </a:r>
          </a:p>
          <a:p>
            <a:r>
              <a:rPr lang="en-US" dirty="0"/>
              <a:t>Adjusts rankings dynamically</a:t>
            </a:r>
          </a:p>
          <a:p>
            <a:r>
              <a:rPr lang="en-US" dirty="0"/>
              <a:t>Provides AI-generated match explanations</a:t>
            </a:r>
          </a:p>
          <a:p>
            <a:r>
              <a:rPr lang="en-US" dirty="0"/>
              <a:t>Gets smarter with every search.</a:t>
            </a:r>
          </a:p>
        </p:txBody>
      </p:sp>
    </p:spTree>
    <p:extLst>
      <p:ext uri="{BB962C8B-B14F-4D97-AF65-F5344CB8AC3E}">
        <p14:creationId xmlns:p14="http://schemas.microsoft.com/office/powerpoint/2010/main" val="3512219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Key value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FI"/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3D45724A-A3F2-D38C-0BC7-15E7EA5F4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599263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3A409-9728-1609-5F53-CA65FE05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009" y="1447800"/>
            <a:ext cx="3916743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5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 for your attention</a:t>
            </a: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01769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61473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I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F9C687E-44FB-302C-5C01-48AD14294A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3788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813</TotalTime>
  <Words>98</Words>
  <Application>Microsoft Office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Smart Recruitment Assistant </vt:lpstr>
      <vt:lpstr>The idea</vt:lpstr>
      <vt:lpstr>How it works</vt:lpstr>
      <vt:lpstr>Learns &amp; Improves</vt:lpstr>
      <vt:lpstr>Key value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Ngoc Sang Ngo</cp:lastModifiedBy>
  <cp:revision>36</cp:revision>
  <dcterms:created xsi:type="dcterms:W3CDTF">2013-01-27T09:14:16Z</dcterms:created>
  <dcterms:modified xsi:type="dcterms:W3CDTF">2026-03-01T08:25:01Z</dcterms:modified>
  <cp:category/>
</cp:coreProperties>
</file>