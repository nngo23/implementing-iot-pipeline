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Voice Search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1148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Recruitment Platform — Live Demo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→ Transcription → Search → Slack / Email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4297680"/>
            <a:ext cx="219456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297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|  FastAPI + React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2697480" cy="3291840"/>
          </a:xfrm>
          <a:prstGeom prst="rect">
            <a:avLst/>
          </a:prstGeom>
          <a:solidFill>
            <a:srgbClr val="F0F6FF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 is slow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spend hours browsing CVs to find candidates matching complex role + salary + location criteria.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0" y="1097280"/>
            <a:ext cx="2697480" cy="3291840"/>
          </a:xfrm>
          <a:prstGeom prst="rect">
            <a:avLst/>
          </a:prstGeom>
          <a:solidFill>
            <a:srgbClr val="F0F6FF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3258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are rigid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337560" y="251460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ATS systems require exact keyword matches — a 'welder with ISO cert' query returns zero or irrelevant results.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80760" y="1097280"/>
            <a:ext cx="2697480" cy="3291840"/>
          </a:xfrm>
          <a:prstGeom prst="rect">
            <a:avLst/>
          </a:prstGeom>
          <a:solidFill>
            <a:srgbClr val="F0F6FF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stay in the tool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217920" y="251460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candidates is only half the work. Distributing shortlists to Slack or email is a manual extra step.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a query — get top candidates in under a minute, delivered to your team.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78992" y="15544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18488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67128" y="1892808"/>
            <a:ext cx="9144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694944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4944" y="2724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voice command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51760" y="15544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618488"/>
            <a:ext cx="548640" cy="548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39896" y="1892808"/>
            <a:ext cx="9144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12" name="Text 8"/>
          <p:cNvSpPr/>
          <p:nvPr/>
        </p:nvSpPr>
        <p:spPr>
          <a:xfrm>
            <a:off x="2267712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267712" y="2724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AI → text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224528" y="15544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618488"/>
            <a:ext cx="548640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312664" y="1892808"/>
            <a:ext cx="9144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17" name="Text 12"/>
          <p:cNvSpPr/>
          <p:nvPr/>
        </p:nvSpPr>
        <p:spPr>
          <a:xfrm>
            <a:off x="384048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840480" y="2724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embed + Qdrant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797296" y="15544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1618488"/>
            <a:ext cx="548640" cy="5486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885432" y="1892808"/>
            <a:ext cx="9144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22" name="Text 16"/>
          <p:cNvSpPr/>
          <p:nvPr/>
        </p:nvSpPr>
        <p:spPr>
          <a:xfrm>
            <a:off x="5413248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13248" y="2724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Experience-first sort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70064" y="15544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1618488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86016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986016" y="2724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Email via N8N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57200" y="3429000"/>
            <a:ext cx="1874520" cy="1325880"/>
          </a:xfrm>
          <a:prstGeom prst="rect">
            <a:avLst/>
          </a:prstGeom>
          <a:solidFill>
            <a:srgbClr val="F0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5720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2800" dirty="0"/>
          </a:p>
        </p:txBody>
      </p:sp>
      <p:sp>
        <p:nvSpPr>
          <p:cNvPr id="30" name="Text 23"/>
          <p:cNvSpPr/>
          <p:nvPr/>
        </p:nvSpPr>
        <p:spPr>
          <a:xfrm>
            <a:off x="457200" y="4133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appear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2514600" y="3429000"/>
            <a:ext cx="1874520" cy="1325880"/>
          </a:xfrm>
          <a:prstGeom prst="rect">
            <a:avLst/>
          </a:prstGeom>
          <a:solidFill>
            <a:srgbClr val="F0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251460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</a:t>
            </a:r>
            <a:endParaRPr lang="en-US" sz="2800" dirty="0"/>
          </a:p>
        </p:txBody>
      </p:sp>
      <p:sp>
        <p:nvSpPr>
          <p:cNvPr id="33" name="Text 26"/>
          <p:cNvSpPr/>
          <p:nvPr/>
        </p:nvSpPr>
        <p:spPr>
          <a:xfrm>
            <a:off x="2514600" y="4133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experience-ranked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572000" y="3429000"/>
            <a:ext cx="1874520" cy="1325880"/>
          </a:xfrm>
          <a:prstGeom prst="rect">
            <a:avLst/>
          </a:prstGeom>
          <a:solidFill>
            <a:srgbClr val="F0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57200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2800" dirty="0"/>
          </a:p>
        </p:txBody>
      </p:sp>
      <p:sp>
        <p:nvSpPr>
          <p:cNvPr id="36" name="Text 29"/>
          <p:cNvSpPr/>
          <p:nvPr/>
        </p:nvSpPr>
        <p:spPr>
          <a:xfrm>
            <a:off x="4572000" y="4133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explanation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629400" y="3429000"/>
            <a:ext cx="1874520" cy="1325880"/>
          </a:xfrm>
          <a:prstGeom prst="rect">
            <a:avLst/>
          </a:prstGeom>
          <a:solidFill>
            <a:srgbClr val="F0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629400" y="35204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2800" dirty="0"/>
          </a:p>
        </p:txBody>
      </p:sp>
      <p:sp>
        <p:nvSpPr>
          <p:cNvPr id="39" name="Text 32"/>
          <p:cNvSpPr/>
          <p:nvPr/>
        </p:nvSpPr>
        <p:spPr>
          <a:xfrm>
            <a:off x="6629400" y="4133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UI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What You'll See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411480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50800" dist="25400" dir="8100000">
              <a:srgbClr val="1E293B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29768" y="1325880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channel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Slack or Email distribution in the 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313432"/>
            <a:ext cx="411480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50800" dist="25400" dir="8100000">
              <a:srgbClr val="1E293B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" y="2587752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048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command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706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e.g. "Show software developers within 20 km" or "Top nurses salary 2500 to 3500"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575304"/>
            <a:ext cx="411480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50800" dist="25400" dir="8100000">
              <a:srgbClr val="1E293B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" y="3849624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6667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03250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returns text — shown live on screen. Bad queries (no role / no industry) are blocked immediately.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051560"/>
            <a:ext cx="411480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50800" dist="25400" dir="8100000">
              <a:srgbClr val="1E293B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18888" y="1325880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stream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1508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candidates appear within ~1 min. Cards show experience, salary, location, skills, and licenses.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313432"/>
            <a:ext cx="411480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50800" dist="25400" dir="8100000">
              <a:srgbClr val="1E293B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2587752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24048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27706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generates per-candidate match explanations. Skeleton loaders animate while generating.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575304"/>
            <a:ext cx="411480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50800" dist="25400" dir="8100000">
              <a:srgbClr val="1E293B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18888" y="3849624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36667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403250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sent to Slack channel or email via N8N — runs in background, never delays the UI.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1920240" cy="3474720"/>
          </a:xfrm>
          <a:prstGeom prst="rect">
            <a:avLst/>
          </a:prstGeom>
          <a:solidFill>
            <a:srgbClr val="F0F6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192024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53619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20116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WaveRecorder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48716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MUI Cards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960120"/>
            <a:ext cx="1920240" cy="3474720"/>
          </a:xfrm>
          <a:prstGeom prst="rect">
            <a:avLst/>
          </a:prstGeom>
          <a:solidFill>
            <a:srgbClr val="F0F6FF"/>
          </a:solidFill>
          <a:ln w="25400">
            <a:solidFill>
              <a:srgbClr val="0077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960120"/>
            <a:ext cx="192024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960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70048" y="153619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70048" y="20116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/voice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0048" y="248716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/search/stream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960120"/>
            <a:ext cx="1920240" cy="3474720"/>
          </a:xfrm>
          <a:prstGeom prst="rect">
            <a:avLst/>
          </a:prstGeom>
          <a:solidFill>
            <a:srgbClr val="F0F6FF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960120"/>
            <a:ext cx="1920240" cy="43891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960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56048" y="153619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20116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Jina v3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248716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Flash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0" y="960120"/>
            <a:ext cx="1920240" cy="3474720"/>
          </a:xfrm>
          <a:prstGeom prst="rect">
            <a:avLst/>
          </a:prstGeom>
          <a:solidFill>
            <a:srgbClr val="F0F6FF"/>
          </a:solidFill>
          <a:ln w="25400">
            <a:solidFill>
              <a:srgbClr val="0A7A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960120"/>
            <a:ext cx="1920240" cy="438912"/>
          </a:xfrm>
          <a:prstGeom prst="rect">
            <a:avLst/>
          </a:prstGeom>
          <a:solidFill>
            <a:srgbClr val="0A7A3D"/>
          </a:solidFill>
          <a:ln w="12700">
            <a:solidFill>
              <a:srgbClr val="0A7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960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42048" y="153619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Qdrant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42048" y="201168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42048" y="248716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prof. standards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94560" y="2697480"/>
            <a:ext cx="36576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480560" y="2697480"/>
            <a:ext cx="36576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766560" y="2697480"/>
            <a:ext cx="365760" cy="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560320" y="4572000"/>
            <a:ext cx="4023360" cy="384048"/>
          </a:xfrm>
          <a:prstGeom prst="rect">
            <a:avLst/>
          </a:prstGeom>
          <a:solidFill>
            <a:srgbClr val="4A1942"/>
          </a:solidFill>
          <a:ln w="12700">
            <a:solidFill>
              <a:srgbClr val="B748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4572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 →  Slack  |  Email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20440" y="4434840"/>
            <a:ext cx="0" cy="13716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50800" dist="25400" dir="8100000">
              <a:srgbClr val="1E293B">
                <a:alpha val="7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3502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463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appear in ~1 min. Gemini explanations patch in-place via SSE — no page reload, no blocking wait.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17720" y="1005840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50800" dist="25400" dir="8100000">
              <a:srgbClr val="1E293B">
                <a:alpha val="7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35024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Role Filter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303520" y="1463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role_en substring match — "welder" query returns ONLY welders. Zero results beats wrong results.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2304288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50800" dist="25400" dir="8100000">
              <a:srgbClr val="1E293B">
                <a:alpha val="7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33472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395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Enrichment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60120" y="27614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professional standards (min_education + mandatory licenses) appended to raw query before embedding.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17720" y="2304288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50800" dist="25400" dir="8100000">
              <a:srgbClr val="1E293B">
                <a:alpha val="7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633472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3520" y="2395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 Validation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303520" y="27614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endpoint blocks search if role or industry missing. block_stream=true — frontend cannot proceed.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74320" y="3602736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50800" dist="25400" dir="8100000">
              <a:srgbClr val="1E293B">
                <a:alpha val="7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31920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0120" y="36941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Experience-First Rank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960120" y="40599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experience_years (primary) then vector similarity score. Most seasoned candidates surface first.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617720" y="3602736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E8F4FD"/>
            </a:solidFill>
            <a:prstDash val="solid"/>
          </a:ln>
          <a:effectLst>
            <a:outerShdw sx="100000" sy="100000" kx="0" ky="0" algn="bl" rotWithShape="0" blurRad="50800" dist="25400" dir="8100000">
              <a:srgbClr val="1E293B">
                <a:alpha val="7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931920"/>
            <a:ext cx="438912" cy="4389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03520" y="36941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Compose Links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5303520" y="40599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card has a pre-filled interview invitation link — opens Gmail with name, role, and template body.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8595360" cy="877824"/>
          </a:xfrm>
          <a:prstGeom prst="rect">
            <a:avLst/>
          </a:prstGeom>
          <a:solidFill>
            <a:srgbClr val="1E293B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38100" dist="12700" dir="8100000">
              <a:srgbClr val="1E293B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365760" cy="8778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65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078992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seniority distinction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"Senior IT developer" and "IT developer" return identical results. role_en substring match ignores seniority qualifiers. Fix: seniority tier parser + min experience_years filter.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8595360" cy="877824"/>
          </a:xfrm>
          <a:prstGeom prst="rect">
            <a:avLst/>
          </a:prstGeom>
          <a:solidFill>
            <a:srgbClr val="1E293B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38100" dist="12700" dir="8100000">
              <a:srgbClr val="1E293B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93392"/>
            <a:ext cx="365760" cy="8778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93392"/>
            <a:ext cx="365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066544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search not supported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404872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Geo-filter is fixed to Lahti 15520 (60.9634°N, 25.6712°E). Saying "nurses in Helsinki" ignores the city — only km radius works. Fix: geocode city names in parser + dynamic center point.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80944"/>
            <a:ext cx="8595360" cy="877824"/>
          </a:xfrm>
          <a:prstGeom prst="rect">
            <a:avLst/>
          </a:prstGeom>
          <a:solidFill>
            <a:srgbClr val="1E293B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38100" dist="12700" dir="8100000">
              <a:srgbClr val="1E293B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80944"/>
            <a:ext cx="365760" cy="8778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80944"/>
            <a:ext cx="365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3054096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392424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are open. Development-only build — no API keys, sessions, or user roles.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968496"/>
            <a:ext cx="8595360" cy="877824"/>
          </a:xfrm>
          <a:prstGeom prst="rect">
            <a:avLst/>
          </a:prstGeom>
          <a:solidFill>
            <a:srgbClr val="1E293B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38100" dist="12700" dir="8100000">
              <a:srgbClr val="1E293B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968496"/>
            <a:ext cx="365760" cy="8778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968496"/>
            <a:ext cx="365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4041648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candidate data only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379976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contains synthetic Finnish industry profiles. Real candidate data integration not yet implemented.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2377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31089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7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Backend:   FastAPI  /api/v1/health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34564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7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Frontend:  React   localhost:5173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8039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7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Voice:     POST    /api/v1/voice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1513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7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Search:    SSE     /api/v1/search/stream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Candidate Voice Search — Live Demo</dc:title>
  <dc:subject>PptxGenJS Presentation</dc:subject>
  <dc:creator>PptxGenJS</dc:creator>
  <cp:lastModifiedBy>PptxGenJS</cp:lastModifiedBy>
  <cp:revision>1</cp:revision>
  <dcterms:created xsi:type="dcterms:W3CDTF">2026-04-26T18:35:25Z</dcterms:created>
  <dcterms:modified xsi:type="dcterms:W3CDTF">2026-04-26T18:35:25Z</dcterms:modified>
</cp:coreProperties>
</file>